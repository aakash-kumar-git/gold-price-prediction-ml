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0"/>
            <a:ext cx="457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5" y="6343650"/>
            <a:ext cx="1754504" cy="4191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7638415" y="6394958"/>
            <a:ext cx="4483100" cy="393700"/>
          </a:xfrm>
          <a:custGeom>
            <a:avLst/>
            <a:gdLst/>
            <a:ahLst/>
            <a:cxnLst/>
            <a:rect l="l" t="t" r="r" b="b"/>
            <a:pathLst>
              <a:path w="4483100" h="393700">
                <a:moveTo>
                  <a:pt x="4483100" y="152374"/>
                </a:moveTo>
                <a:lnTo>
                  <a:pt x="4477893" y="152374"/>
                </a:lnTo>
                <a:lnTo>
                  <a:pt x="4477893" y="0"/>
                </a:lnTo>
                <a:lnTo>
                  <a:pt x="2750693" y="0"/>
                </a:lnTo>
                <a:lnTo>
                  <a:pt x="2750693" y="152374"/>
                </a:lnTo>
                <a:lnTo>
                  <a:pt x="0" y="152374"/>
                </a:lnTo>
                <a:lnTo>
                  <a:pt x="0" y="393674"/>
                </a:lnTo>
                <a:lnTo>
                  <a:pt x="2750693" y="393674"/>
                </a:lnTo>
                <a:lnTo>
                  <a:pt x="4477893" y="393700"/>
                </a:lnTo>
                <a:lnTo>
                  <a:pt x="4483100" y="393674"/>
                </a:lnTo>
                <a:lnTo>
                  <a:pt x="4483100" y="1523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8840" y="2677064"/>
            <a:ext cx="4241800" cy="592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8840" y="1476914"/>
            <a:ext cx="5693410" cy="592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90337" y="1932304"/>
            <a:ext cx="5678805" cy="3795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373B48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00" y="0"/>
            <a:ext cx="4572000" cy="6868159"/>
            <a:chOff x="7620000" y="0"/>
            <a:chExt cx="4572000" cy="686815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0" y="0"/>
              <a:ext cx="4572000" cy="6857999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5" y="6343650"/>
              <a:ext cx="1754504" cy="419100"/>
            </a:xfrm>
            <a:prstGeom prst="rect">
              <a:avLst/>
            </a:prstGeom>
          </p:spPr>
        </p:pic>
        <p:sp>
          <p:nvSpPr>
            <p:cNvPr id="5" name="object 5">
              <a:hlinkClick r:id="rId3"/>
            </p:cNvPr>
            <p:cNvSpPr/>
            <p:nvPr/>
          </p:nvSpPr>
          <p:spPr>
            <a:xfrm>
              <a:off x="10364330" y="6514400"/>
              <a:ext cx="1561465" cy="253365"/>
            </a:xfrm>
            <a:custGeom>
              <a:avLst/>
              <a:gdLst/>
              <a:ahLst/>
              <a:cxnLst/>
              <a:rect l="l" t="t" r="r" b="b"/>
              <a:pathLst>
                <a:path w="1561465" h="253365">
                  <a:moveTo>
                    <a:pt x="34328" y="93317"/>
                  </a:moveTo>
                  <a:lnTo>
                    <a:pt x="174967" y="93317"/>
                  </a:lnTo>
                  <a:lnTo>
                    <a:pt x="243585" y="96634"/>
                  </a:lnTo>
                  <a:lnTo>
                    <a:pt x="301917" y="99964"/>
                  </a:lnTo>
                  <a:lnTo>
                    <a:pt x="349948" y="106612"/>
                  </a:lnTo>
                  <a:lnTo>
                    <a:pt x="391121" y="113309"/>
                  </a:lnTo>
                  <a:lnTo>
                    <a:pt x="411708" y="116627"/>
                  </a:lnTo>
                  <a:lnTo>
                    <a:pt x="428866" y="119957"/>
                  </a:lnTo>
                  <a:lnTo>
                    <a:pt x="610692" y="119957"/>
                  </a:lnTo>
                  <a:lnTo>
                    <a:pt x="655332" y="116627"/>
                  </a:lnTo>
                  <a:lnTo>
                    <a:pt x="682777" y="113309"/>
                  </a:lnTo>
                  <a:lnTo>
                    <a:pt x="703364" y="109979"/>
                  </a:lnTo>
                  <a:lnTo>
                    <a:pt x="717054" y="106612"/>
                  </a:lnTo>
                  <a:lnTo>
                    <a:pt x="902347" y="106612"/>
                  </a:lnTo>
                  <a:lnTo>
                    <a:pt x="929779" y="109979"/>
                  </a:lnTo>
                  <a:lnTo>
                    <a:pt x="957262" y="113309"/>
                  </a:lnTo>
                  <a:lnTo>
                    <a:pt x="988123" y="116627"/>
                  </a:lnTo>
                  <a:lnTo>
                    <a:pt x="1012126" y="123275"/>
                  </a:lnTo>
                  <a:lnTo>
                    <a:pt x="1029296" y="126605"/>
                  </a:lnTo>
                  <a:lnTo>
                    <a:pt x="1053299" y="129972"/>
                  </a:lnTo>
                  <a:lnTo>
                    <a:pt x="1067041" y="133302"/>
                  </a:lnTo>
                  <a:lnTo>
                    <a:pt x="1410144" y="133302"/>
                  </a:lnTo>
                  <a:lnTo>
                    <a:pt x="1420418" y="129972"/>
                  </a:lnTo>
                  <a:lnTo>
                    <a:pt x="1430731" y="126605"/>
                  </a:lnTo>
                  <a:lnTo>
                    <a:pt x="1441005" y="123275"/>
                  </a:lnTo>
                  <a:lnTo>
                    <a:pt x="1454746" y="119957"/>
                  </a:lnTo>
                  <a:lnTo>
                    <a:pt x="1550784" y="119957"/>
                  </a:lnTo>
                  <a:lnTo>
                    <a:pt x="1561109" y="123275"/>
                  </a:lnTo>
                  <a:lnTo>
                    <a:pt x="1561109" y="126605"/>
                  </a:lnTo>
                  <a:lnTo>
                    <a:pt x="1482178" y="149916"/>
                  </a:lnTo>
                  <a:lnTo>
                    <a:pt x="1375816" y="166591"/>
                  </a:lnTo>
                  <a:lnTo>
                    <a:pt x="1245438" y="183254"/>
                  </a:lnTo>
                  <a:lnTo>
                    <a:pt x="1118488" y="196599"/>
                  </a:lnTo>
                  <a:lnTo>
                    <a:pt x="1036142" y="199929"/>
                  </a:lnTo>
                  <a:lnTo>
                    <a:pt x="974382" y="199929"/>
                  </a:lnTo>
                  <a:lnTo>
                    <a:pt x="957262" y="203247"/>
                  </a:lnTo>
                  <a:lnTo>
                    <a:pt x="929779" y="209895"/>
                  </a:lnTo>
                  <a:lnTo>
                    <a:pt x="895502" y="216592"/>
                  </a:lnTo>
                  <a:lnTo>
                    <a:pt x="854316" y="229888"/>
                  </a:lnTo>
                  <a:lnTo>
                    <a:pt x="813142" y="239915"/>
                  </a:lnTo>
                  <a:lnTo>
                    <a:pt x="782243" y="246563"/>
                  </a:lnTo>
                  <a:lnTo>
                    <a:pt x="751382" y="253260"/>
                  </a:lnTo>
                  <a:lnTo>
                    <a:pt x="504380" y="253260"/>
                  </a:lnTo>
                  <a:lnTo>
                    <a:pt x="480313" y="249881"/>
                  </a:lnTo>
                  <a:lnTo>
                    <a:pt x="456310" y="243233"/>
                  </a:lnTo>
                  <a:lnTo>
                    <a:pt x="435724" y="236585"/>
                  </a:lnTo>
                  <a:lnTo>
                    <a:pt x="404863" y="226570"/>
                  </a:lnTo>
                  <a:lnTo>
                    <a:pt x="384276" y="219922"/>
                  </a:lnTo>
                  <a:lnTo>
                    <a:pt x="363689" y="216592"/>
                  </a:lnTo>
                  <a:lnTo>
                    <a:pt x="346519" y="209895"/>
                  </a:lnTo>
                  <a:lnTo>
                    <a:pt x="336245" y="206577"/>
                  </a:lnTo>
                  <a:lnTo>
                    <a:pt x="329349" y="203247"/>
                  </a:lnTo>
                  <a:lnTo>
                    <a:pt x="319087" y="196599"/>
                  </a:lnTo>
                  <a:lnTo>
                    <a:pt x="301917" y="189902"/>
                  </a:lnTo>
                  <a:lnTo>
                    <a:pt x="284759" y="176606"/>
                  </a:lnTo>
                  <a:lnTo>
                    <a:pt x="260743" y="163261"/>
                  </a:lnTo>
                  <a:lnTo>
                    <a:pt x="240156" y="153295"/>
                  </a:lnTo>
                  <a:lnTo>
                    <a:pt x="226466" y="143268"/>
                  </a:lnTo>
                  <a:lnTo>
                    <a:pt x="212724" y="139950"/>
                  </a:lnTo>
                  <a:lnTo>
                    <a:pt x="205879" y="133302"/>
                  </a:lnTo>
                  <a:lnTo>
                    <a:pt x="198983" y="126605"/>
                  </a:lnTo>
                  <a:lnTo>
                    <a:pt x="188709" y="123275"/>
                  </a:lnTo>
                  <a:lnTo>
                    <a:pt x="178396" y="119957"/>
                  </a:lnTo>
                  <a:lnTo>
                    <a:pt x="168122" y="116627"/>
                  </a:lnTo>
                  <a:lnTo>
                    <a:pt x="157810" y="113309"/>
                  </a:lnTo>
                  <a:lnTo>
                    <a:pt x="144119" y="109979"/>
                  </a:lnTo>
                  <a:lnTo>
                    <a:pt x="130378" y="106612"/>
                  </a:lnTo>
                  <a:lnTo>
                    <a:pt x="58343" y="106612"/>
                  </a:lnTo>
                  <a:lnTo>
                    <a:pt x="51447" y="103282"/>
                  </a:lnTo>
                  <a:lnTo>
                    <a:pt x="41173" y="99964"/>
                  </a:lnTo>
                  <a:lnTo>
                    <a:pt x="34328" y="93317"/>
                  </a:lnTo>
                  <a:lnTo>
                    <a:pt x="24015" y="83289"/>
                  </a:lnTo>
                  <a:lnTo>
                    <a:pt x="13741" y="73324"/>
                  </a:lnTo>
                  <a:lnTo>
                    <a:pt x="6845" y="63296"/>
                  </a:lnTo>
                  <a:lnTo>
                    <a:pt x="0" y="53331"/>
                  </a:lnTo>
                  <a:lnTo>
                    <a:pt x="0" y="46633"/>
                  </a:lnTo>
                  <a:lnTo>
                    <a:pt x="3416" y="43303"/>
                  </a:lnTo>
                  <a:lnTo>
                    <a:pt x="13741" y="39985"/>
                  </a:lnTo>
                  <a:lnTo>
                    <a:pt x="75501" y="39985"/>
                  </a:lnTo>
                  <a:lnTo>
                    <a:pt x="92621" y="36655"/>
                  </a:lnTo>
                  <a:lnTo>
                    <a:pt x="109778" y="33338"/>
                  </a:lnTo>
                  <a:lnTo>
                    <a:pt x="123520" y="30007"/>
                  </a:lnTo>
                  <a:lnTo>
                    <a:pt x="137223" y="26640"/>
                  </a:lnTo>
                  <a:lnTo>
                    <a:pt x="264172" y="26640"/>
                  </a:lnTo>
                  <a:lnTo>
                    <a:pt x="277914" y="23310"/>
                  </a:lnTo>
                  <a:lnTo>
                    <a:pt x="288175" y="19992"/>
                  </a:lnTo>
                  <a:lnTo>
                    <a:pt x="301917" y="16662"/>
                  </a:lnTo>
                  <a:lnTo>
                    <a:pt x="312242" y="13345"/>
                  </a:lnTo>
                  <a:lnTo>
                    <a:pt x="507796" y="13345"/>
                  </a:lnTo>
                  <a:lnTo>
                    <a:pt x="521487" y="10014"/>
                  </a:lnTo>
                  <a:lnTo>
                    <a:pt x="531812" y="6647"/>
                  </a:lnTo>
                  <a:lnTo>
                    <a:pt x="542074" y="3317"/>
                  </a:lnTo>
                  <a:lnTo>
                    <a:pt x="552399" y="0"/>
                  </a:lnTo>
                  <a:lnTo>
                    <a:pt x="871486" y="0"/>
                  </a:lnTo>
                  <a:lnTo>
                    <a:pt x="881760" y="3317"/>
                  </a:lnTo>
                  <a:lnTo>
                    <a:pt x="892073" y="6647"/>
                  </a:lnTo>
                  <a:lnTo>
                    <a:pt x="905763" y="10014"/>
                  </a:lnTo>
                  <a:lnTo>
                    <a:pt x="916089" y="13345"/>
                  </a:lnTo>
                  <a:lnTo>
                    <a:pt x="1091056" y="13345"/>
                  </a:lnTo>
                  <a:lnTo>
                    <a:pt x="1104747" y="16662"/>
                  </a:lnTo>
                  <a:lnTo>
                    <a:pt x="1115072" y="19992"/>
                  </a:lnTo>
                  <a:lnTo>
                    <a:pt x="1128763" y="23310"/>
                  </a:lnTo>
                  <a:lnTo>
                    <a:pt x="1135659" y="26640"/>
                  </a:lnTo>
                  <a:lnTo>
                    <a:pt x="1513039" y="26640"/>
                  </a:lnTo>
                  <a:lnTo>
                    <a:pt x="1523352" y="30007"/>
                  </a:lnTo>
                  <a:lnTo>
                    <a:pt x="1530197" y="33338"/>
                  </a:lnTo>
                  <a:lnTo>
                    <a:pt x="1530197" y="76641"/>
                  </a:lnTo>
                  <a:lnTo>
                    <a:pt x="1526781" y="83289"/>
                  </a:lnTo>
                  <a:lnTo>
                    <a:pt x="1523352" y="93317"/>
                  </a:lnTo>
                  <a:lnTo>
                    <a:pt x="1519935" y="103282"/>
                  </a:lnTo>
                  <a:lnTo>
                    <a:pt x="1513039" y="113309"/>
                  </a:lnTo>
                  <a:lnTo>
                    <a:pt x="1509610" y="126605"/>
                  </a:lnTo>
                  <a:lnTo>
                    <a:pt x="1489024" y="166591"/>
                  </a:lnTo>
                  <a:lnTo>
                    <a:pt x="1482178" y="173288"/>
                  </a:lnTo>
                  <a:lnTo>
                    <a:pt x="1478749" y="183254"/>
                  </a:lnTo>
                  <a:lnTo>
                    <a:pt x="1475333" y="186584"/>
                  </a:lnTo>
                  <a:lnTo>
                    <a:pt x="1478749" y="183254"/>
                  </a:lnTo>
                  <a:lnTo>
                    <a:pt x="1482178" y="173288"/>
                  </a:lnTo>
                </a:path>
              </a:pathLst>
            </a:custGeom>
            <a:ln w="200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48840" y="2277014"/>
            <a:ext cx="6218555" cy="1183005"/>
          </a:xfrm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ts val="4650"/>
              </a:lnSpc>
              <a:spcBef>
                <a:spcPts val="15"/>
              </a:spcBef>
            </a:pPr>
            <a:r>
              <a:rPr dirty="0" spc="-180"/>
              <a:t>Gold</a:t>
            </a:r>
            <a:r>
              <a:rPr dirty="0" spc="-400"/>
              <a:t> </a:t>
            </a:r>
            <a:r>
              <a:rPr dirty="0" spc="-280"/>
              <a:t>Price</a:t>
            </a:r>
            <a:r>
              <a:rPr dirty="0" spc="-395"/>
              <a:t> </a:t>
            </a:r>
            <a:r>
              <a:rPr dirty="0" spc="-250"/>
              <a:t>Prediction</a:t>
            </a:r>
            <a:r>
              <a:rPr dirty="0" spc="-395"/>
              <a:t> </a:t>
            </a:r>
            <a:r>
              <a:rPr dirty="0" spc="-280"/>
              <a:t>Using </a:t>
            </a:r>
            <a:r>
              <a:rPr dirty="0" spc="-225"/>
              <a:t>Machine</a:t>
            </a:r>
            <a:r>
              <a:rPr dirty="0" spc="-385"/>
              <a:t> </a:t>
            </a:r>
            <a:r>
              <a:rPr dirty="0" spc="-114"/>
              <a:t>Learning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8840" y="3770248"/>
            <a:ext cx="3388360" cy="7670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Aakash</a:t>
            </a:r>
            <a:r>
              <a:rPr dirty="0" sz="1450" spc="1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Kumar</a:t>
            </a:r>
            <a:r>
              <a:rPr dirty="0" sz="1450" spc="1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Singh</a:t>
            </a:r>
            <a:r>
              <a:rPr dirty="0" sz="1450" spc="1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85" b="1">
                <a:solidFill>
                  <a:srgbClr val="51586B"/>
                </a:solidFill>
                <a:latin typeface="Tahoma"/>
                <a:cs typeface="Tahoma"/>
              </a:rPr>
              <a:t>|</a:t>
            </a:r>
            <a:r>
              <a:rPr dirty="0" sz="1450" spc="50" b="1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51586B"/>
                </a:solidFill>
                <a:latin typeface="Tahoma"/>
                <a:cs typeface="Tahoma"/>
              </a:rPr>
              <a:t>B.Tech</a:t>
            </a:r>
            <a:r>
              <a:rPr dirty="0" sz="1450" spc="1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51586B"/>
                </a:solidFill>
                <a:latin typeface="Tahoma"/>
                <a:cs typeface="Tahoma"/>
              </a:rPr>
              <a:t>CSE</a:t>
            </a:r>
            <a:r>
              <a:rPr dirty="0" sz="1450" spc="1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51586B"/>
                </a:solidFill>
                <a:latin typeface="Tahoma"/>
                <a:cs typeface="Tahoma"/>
              </a:rPr>
              <a:t>AIML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Shri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Shankaracharya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Technical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40">
                <a:solidFill>
                  <a:srgbClr val="51586B"/>
                </a:solidFill>
                <a:latin typeface="Tahoma"/>
                <a:cs typeface="Tahoma"/>
              </a:rPr>
              <a:t>Campus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1305464"/>
            <a:ext cx="8883015" cy="5924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75"/>
              <a:t>Project</a:t>
            </a:r>
            <a:r>
              <a:rPr dirty="0" spc="-405"/>
              <a:t> </a:t>
            </a:r>
            <a:r>
              <a:rPr dirty="0" spc="-295"/>
              <a:t>Overview</a:t>
            </a:r>
            <a:r>
              <a:rPr dirty="0" spc="-400"/>
              <a:t> </a:t>
            </a:r>
            <a:r>
              <a:rPr dirty="0" spc="-430"/>
              <a:t>&amp;</a:t>
            </a:r>
            <a:r>
              <a:rPr dirty="0" spc="-405"/>
              <a:t> </a:t>
            </a:r>
            <a:r>
              <a:rPr dirty="0" spc="-240"/>
              <a:t>Problem</a:t>
            </a:r>
            <a:r>
              <a:rPr dirty="0" spc="-400"/>
              <a:t> </a:t>
            </a:r>
            <a:r>
              <a:rPr dirty="0" spc="-195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840" y="2360929"/>
            <a:ext cx="5630545" cy="1376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60">
                <a:solidFill>
                  <a:srgbClr val="373B48"/>
                </a:solidFill>
                <a:latin typeface="Arial Black"/>
                <a:cs typeface="Arial Black"/>
              </a:rPr>
              <a:t>The</a:t>
            </a:r>
            <a:r>
              <a:rPr dirty="0" sz="1850" spc="-20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850" spc="-10">
                <a:solidFill>
                  <a:srgbClr val="373B48"/>
                </a:solidFill>
                <a:latin typeface="Arial Black"/>
                <a:cs typeface="Arial Black"/>
              </a:rPr>
              <a:t>Challenge</a:t>
            </a:r>
            <a:endParaRPr sz="1850">
              <a:latin typeface="Arial Black"/>
              <a:cs typeface="Arial Black"/>
            </a:endParaRPr>
          </a:p>
          <a:p>
            <a:pPr marL="12700" marR="5080">
              <a:lnSpc>
                <a:spcPct val="137900"/>
              </a:lnSpc>
              <a:spcBef>
                <a:spcPts val="1195"/>
              </a:spcBef>
            </a:pPr>
            <a:r>
              <a:rPr dirty="0" sz="1450" spc="50">
                <a:solidFill>
                  <a:srgbClr val="51586B"/>
                </a:solidFill>
                <a:latin typeface="Tahoma"/>
                <a:cs typeface="Tahoma"/>
              </a:rPr>
              <a:t>Gold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prices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fluctuate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due</a:t>
            </a:r>
            <a:r>
              <a:rPr dirty="0" sz="1450" spc="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to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many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55">
                <a:solidFill>
                  <a:srgbClr val="51586B"/>
                </a:solidFill>
                <a:latin typeface="Tahoma"/>
                <a:cs typeface="Tahoma"/>
              </a:rPr>
              <a:t>economic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factors.</a:t>
            </a:r>
            <a:r>
              <a:rPr dirty="0" sz="1450" spc="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Manual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prediction</a:t>
            </a:r>
            <a:r>
              <a:rPr dirty="0" sz="1450" spc="9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is</a:t>
            </a:r>
            <a:r>
              <a:rPr dirty="0" sz="1450" spc="10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difficult,</a:t>
            </a:r>
            <a:r>
              <a:rPr dirty="0" sz="1450" spc="11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and</a:t>
            </a:r>
            <a:r>
              <a:rPr dirty="0" sz="1450" spc="10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investors</a:t>
            </a:r>
            <a:r>
              <a:rPr dirty="0" sz="1450" spc="11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require</a:t>
            </a:r>
            <a:r>
              <a:rPr dirty="0" sz="1450" spc="10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data-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driven</a:t>
            </a:r>
            <a:r>
              <a:rPr dirty="0" sz="1450" spc="11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predictions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to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make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informed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decisions.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4562475"/>
            <a:ext cx="66675" cy="66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4933950"/>
            <a:ext cx="66675" cy="666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5305425"/>
            <a:ext cx="66675" cy="666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8840" y="3942079"/>
            <a:ext cx="4311015" cy="15093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80">
                <a:solidFill>
                  <a:srgbClr val="373B48"/>
                </a:solidFill>
                <a:latin typeface="Arial Black"/>
                <a:cs typeface="Arial Black"/>
              </a:rPr>
              <a:t>Our</a:t>
            </a:r>
            <a:r>
              <a:rPr dirty="0" sz="1850" spc="-195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850" spc="-30">
                <a:solidFill>
                  <a:srgbClr val="373B48"/>
                </a:solidFill>
                <a:latin typeface="Arial Black"/>
                <a:cs typeface="Arial Black"/>
              </a:rPr>
              <a:t>Objective</a:t>
            </a:r>
            <a:endParaRPr sz="1850">
              <a:latin typeface="Arial Black"/>
              <a:cs typeface="Arial Black"/>
            </a:endParaRPr>
          </a:p>
          <a:p>
            <a:pPr marL="314960" marR="5080">
              <a:lnSpc>
                <a:spcPct val="168100"/>
              </a:lnSpc>
              <a:spcBef>
                <a:spcPts val="670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Predict</a:t>
            </a:r>
            <a:r>
              <a:rPr dirty="0" sz="1450" spc="16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future</a:t>
            </a:r>
            <a:r>
              <a:rPr dirty="0" sz="1450" spc="16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gold</a:t>
            </a:r>
            <a:r>
              <a:rPr dirty="0" sz="1450" spc="16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prices</a:t>
            </a:r>
            <a:r>
              <a:rPr dirty="0" sz="1450" spc="16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using</a:t>
            </a:r>
            <a:r>
              <a:rPr dirty="0" sz="1450" spc="16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historical</a:t>
            </a:r>
            <a:r>
              <a:rPr dirty="0" sz="1450" spc="16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51586B"/>
                </a:solidFill>
                <a:latin typeface="Tahoma"/>
                <a:cs typeface="Tahoma"/>
              </a:rPr>
              <a:t>data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Apply</a:t>
            </a:r>
            <a:r>
              <a:rPr dirty="0" sz="1450" spc="9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55">
                <a:solidFill>
                  <a:srgbClr val="51586B"/>
                </a:solidFill>
                <a:latin typeface="Tahoma"/>
                <a:cs typeface="Tahoma"/>
              </a:rPr>
              <a:t>Machine</a:t>
            </a:r>
            <a:r>
              <a:rPr dirty="0" sz="1450" spc="10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Learning</a:t>
            </a:r>
            <a:r>
              <a:rPr dirty="0" sz="1450" spc="9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for</a:t>
            </a:r>
            <a:r>
              <a:rPr dirty="0" sz="1450" spc="10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regression</a:t>
            </a:r>
            <a:r>
              <a:rPr dirty="0" sz="1450" spc="9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analysis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Evaluate</a:t>
            </a:r>
            <a:r>
              <a:rPr dirty="0" sz="1450" spc="6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prediction</a:t>
            </a:r>
            <a:r>
              <a:rPr dirty="0" sz="1450" spc="7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accuracy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762750" y="2190750"/>
            <a:ext cx="4914900" cy="3352800"/>
            <a:chOff x="6762750" y="2190750"/>
            <a:chExt cx="4914900" cy="3352800"/>
          </a:xfrm>
        </p:grpSpPr>
        <p:sp>
          <p:nvSpPr>
            <p:cNvPr id="9" name="object 9"/>
            <p:cNvSpPr/>
            <p:nvPr/>
          </p:nvSpPr>
          <p:spPr>
            <a:xfrm>
              <a:off x="6762750" y="2190750"/>
              <a:ext cx="4914900" cy="3352800"/>
            </a:xfrm>
            <a:custGeom>
              <a:avLst/>
              <a:gdLst/>
              <a:ahLst/>
              <a:cxnLst/>
              <a:rect l="l" t="t" r="r" b="b"/>
              <a:pathLst>
                <a:path w="4914900" h="3352800">
                  <a:moveTo>
                    <a:pt x="4808931" y="0"/>
                  </a:moveTo>
                  <a:lnTo>
                    <a:pt x="105968" y="0"/>
                  </a:lnTo>
                  <a:lnTo>
                    <a:pt x="98590" y="723"/>
                  </a:lnTo>
                  <a:lnTo>
                    <a:pt x="56591" y="14973"/>
                  </a:lnTo>
                  <a:lnTo>
                    <a:pt x="23253" y="44208"/>
                  </a:lnTo>
                  <a:lnTo>
                    <a:pt x="3632" y="83985"/>
                  </a:lnTo>
                  <a:lnTo>
                    <a:pt x="0" y="105968"/>
                  </a:lnTo>
                  <a:lnTo>
                    <a:pt x="0" y="3239389"/>
                  </a:lnTo>
                  <a:lnTo>
                    <a:pt x="0" y="3246831"/>
                  </a:lnTo>
                  <a:lnTo>
                    <a:pt x="11480" y="3289668"/>
                  </a:lnTo>
                  <a:lnTo>
                    <a:pt x="38481" y="3324847"/>
                  </a:lnTo>
                  <a:lnTo>
                    <a:pt x="76885" y="3347021"/>
                  </a:lnTo>
                  <a:lnTo>
                    <a:pt x="105968" y="3352800"/>
                  </a:lnTo>
                  <a:lnTo>
                    <a:pt x="4808931" y="3352800"/>
                  </a:lnTo>
                  <a:lnTo>
                    <a:pt x="4851768" y="3341319"/>
                  </a:lnTo>
                  <a:lnTo>
                    <a:pt x="4886947" y="3314319"/>
                  </a:lnTo>
                  <a:lnTo>
                    <a:pt x="4909121" y="3275901"/>
                  </a:lnTo>
                  <a:lnTo>
                    <a:pt x="4914900" y="3246831"/>
                  </a:lnTo>
                  <a:lnTo>
                    <a:pt x="4914900" y="105968"/>
                  </a:lnTo>
                  <a:lnTo>
                    <a:pt x="4903419" y="63131"/>
                  </a:lnTo>
                  <a:lnTo>
                    <a:pt x="4876419" y="27952"/>
                  </a:lnTo>
                  <a:lnTo>
                    <a:pt x="4838001" y="5778"/>
                  </a:lnTo>
                  <a:lnTo>
                    <a:pt x="4816309" y="723"/>
                  </a:lnTo>
                  <a:lnTo>
                    <a:pt x="4808931" y="0"/>
                  </a:lnTo>
                  <a:close/>
                </a:path>
              </a:pathLst>
            </a:custGeom>
            <a:solidFill>
              <a:srgbClr val="373B48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58012" y="2405062"/>
              <a:ext cx="2162175" cy="1781175"/>
            </a:xfrm>
            <a:custGeom>
              <a:avLst/>
              <a:gdLst/>
              <a:ahLst/>
              <a:cxnLst/>
              <a:rect l="l" t="t" r="r" b="b"/>
              <a:pathLst>
                <a:path w="2162175" h="1781175">
                  <a:moveTo>
                    <a:pt x="2104809" y="0"/>
                  </a:moveTo>
                  <a:lnTo>
                    <a:pt x="57365" y="0"/>
                  </a:lnTo>
                  <a:lnTo>
                    <a:pt x="53365" y="393"/>
                  </a:lnTo>
                  <a:lnTo>
                    <a:pt x="15125" y="20828"/>
                  </a:lnTo>
                  <a:lnTo>
                    <a:pt x="0" y="57365"/>
                  </a:lnTo>
                  <a:lnTo>
                    <a:pt x="0" y="1719783"/>
                  </a:lnTo>
                  <a:lnTo>
                    <a:pt x="0" y="1723809"/>
                  </a:lnTo>
                  <a:lnTo>
                    <a:pt x="15125" y="1760334"/>
                  </a:lnTo>
                  <a:lnTo>
                    <a:pt x="53365" y="1780781"/>
                  </a:lnTo>
                  <a:lnTo>
                    <a:pt x="57365" y="1781175"/>
                  </a:lnTo>
                  <a:lnTo>
                    <a:pt x="2104809" y="1781175"/>
                  </a:lnTo>
                  <a:lnTo>
                    <a:pt x="2141334" y="1766049"/>
                  </a:lnTo>
                  <a:lnTo>
                    <a:pt x="2161781" y="1727796"/>
                  </a:lnTo>
                  <a:lnTo>
                    <a:pt x="2162175" y="1723809"/>
                  </a:lnTo>
                  <a:lnTo>
                    <a:pt x="2162175" y="57365"/>
                  </a:lnTo>
                  <a:lnTo>
                    <a:pt x="2147049" y="20828"/>
                  </a:lnTo>
                  <a:lnTo>
                    <a:pt x="2108796" y="393"/>
                  </a:lnTo>
                  <a:lnTo>
                    <a:pt x="2104809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958012" y="2405062"/>
              <a:ext cx="2162175" cy="1781175"/>
            </a:xfrm>
            <a:custGeom>
              <a:avLst/>
              <a:gdLst/>
              <a:ahLst/>
              <a:cxnLst/>
              <a:rect l="l" t="t" r="r" b="b"/>
              <a:pathLst>
                <a:path w="2162175" h="1781175">
                  <a:moveTo>
                    <a:pt x="0" y="1719783"/>
                  </a:moveTo>
                  <a:lnTo>
                    <a:pt x="0" y="61391"/>
                  </a:lnTo>
                  <a:lnTo>
                    <a:pt x="0" y="57365"/>
                  </a:lnTo>
                  <a:lnTo>
                    <a:pt x="393" y="53365"/>
                  </a:lnTo>
                  <a:lnTo>
                    <a:pt x="1181" y="49415"/>
                  </a:lnTo>
                  <a:lnTo>
                    <a:pt x="1968" y="45466"/>
                  </a:lnTo>
                  <a:lnTo>
                    <a:pt x="3124" y="41617"/>
                  </a:lnTo>
                  <a:lnTo>
                    <a:pt x="4673" y="37896"/>
                  </a:lnTo>
                  <a:lnTo>
                    <a:pt x="6210" y="34175"/>
                  </a:lnTo>
                  <a:lnTo>
                    <a:pt x="8102" y="30632"/>
                  </a:lnTo>
                  <a:lnTo>
                    <a:pt x="10350" y="27279"/>
                  </a:lnTo>
                  <a:lnTo>
                    <a:pt x="12585" y="23926"/>
                  </a:lnTo>
                  <a:lnTo>
                    <a:pt x="15125" y="20828"/>
                  </a:lnTo>
                  <a:lnTo>
                    <a:pt x="17983" y="17983"/>
                  </a:lnTo>
                  <a:lnTo>
                    <a:pt x="20828" y="15125"/>
                  </a:lnTo>
                  <a:lnTo>
                    <a:pt x="23926" y="12585"/>
                  </a:lnTo>
                  <a:lnTo>
                    <a:pt x="27279" y="10350"/>
                  </a:lnTo>
                  <a:lnTo>
                    <a:pt x="30645" y="8102"/>
                  </a:lnTo>
                  <a:lnTo>
                    <a:pt x="34175" y="6210"/>
                  </a:lnTo>
                  <a:lnTo>
                    <a:pt x="37896" y="4673"/>
                  </a:lnTo>
                  <a:lnTo>
                    <a:pt x="41617" y="3124"/>
                  </a:lnTo>
                  <a:lnTo>
                    <a:pt x="45466" y="1968"/>
                  </a:lnTo>
                  <a:lnTo>
                    <a:pt x="49415" y="1181"/>
                  </a:lnTo>
                  <a:lnTo>
                    <a:pt x="53365" y="393"/>
                  </a:lnTo>
                  <a:lnTo>
                    <a:pt x="57365" y="0"/>
                  </a:lnTo>
                  <a:lnTo>
                    <a:pt x="61391" y="0"/>
                  </a:lnTo>
                  <a:lnTo>
                    <a:pt x="2100783" y="0"/>
                  </a:lnTo>
                  <a:lnTo>
                    <a:pt x="2104809" y="0"/>
                  </a:lnTo>
                  <a:lnTo>
                    <a:pt x="2108796" y="393"/>
                  </a:lnTo>
                  <a:lnTo>
                    <a:pt x="2112759" y="1181"/>
                  </a:lnTo>
                  <a:lnTo>
                    <a:pt x="2116709" y="1968"/>
                  </a:lnTo>
                  <a:lnTo>
                    <a:pt x="2120544" y="3124"/>
                  </a:lnTo>
                  <a:lnTo>
                    <a:pt x="2124278" y="4673"/>
                  </a:lnTo>
                  <a:lnTo>
                    <a:pt x="2127999" y="6210"/>
                  </a:lnTo>
                  <a:lnTo>
                    <a:pt x="2131542" y="8102"/>
                  </a:lnTo>
                  <a:lnTo>
                    <a:pt x="2134895" y="10350"/>
                  </a:lnTo>
                  <a:lnTo>
                    <a:pt x="2138235" y="12585"/>
                  </a:lnTo>
                  <a:lnTo>
                    <a:pt x="2141347" y="15125"/>
                  </a:lnTo>
                  <a:lnTo>
                    <a:pt x="2144191" y="17983"/>
                  </a:lnTo>
                  <a:lnTo>
                    <a:pt x="2147049" y="20828"/>
                  </a:lnTo>
                  <a:lnTo>
                    <a:pt x="2149589" y="23926"/>
                  </a:lnTo>
                  <a:lnTo>
                    <a:pt x="2151824" y="27279"/>
                  </a:lnTo>
                  <a:lnTo>
                    <a:pt x="2154059" y="30632"/>
                  </a:lnTo>
                  <a:lnTo>
                    <a:pt x="2155964" y="34175"/>
                  </a:lnTo>
                  <a:lnTo>
                    <a:pt x="2157501" y="37896"/>
                  </a:lnTo>
                  <a:lnTo>
                    <a:pt x="2159050" y="41617"/>
                  </a:lnTo>
                  <a:lnTo>
                    <a:pt x="2160206" y="45466"/>
                  </a:lnTo>
                  <a:lnTo>
                    <a:pt x="2160993" y="49415"/>
                  </a:lnTo>
                  <a:lnTo>
                    <a:pt x="2161781" y="53365"/>
                  </a:lnTo>
                  <a:lnTo>
                    <a:pt x="2162175" y="57365"/>
                  </a:lnTo>
                  <a:lnTo>
                    <a:pt x="2162175" y="61391"/>
                  </a:lnTo>
                  <a:lnTo>
                    <a:pt x="2162175" y="1719783"/>
                  </a:lnTo>
                  <a:lnTo>
                    <a:pt x="2162175" y="1723809"/>
                  </a:lnTo>
                  <a:lnTo>
                    <a:pt x="2161781" y="1727796"/>
                  </a:lnTo>
                  <a:lnTo>
                    <a:pt x="2160993" y="1731759"/>
                  </a:lnTo>
                  <a:lnTo>
                    <a:pt x="2160206" y="1735709"/>
                  </a:lnTo>
                  <a:lnTo>
                    <a:pt x="2159050" y="1739544"/>
                  </a:lnTo>
                  <a:lnTo>
                    <a:pt x="2157501" y="1743278"/>
                  </a:lnTo>
                  <a:lnTo>
                    <a:pt x="2155964" y="1746999"/>
                  </a:lnTo>
                  <a:lnTo>
                    <a:pt x="2134895" y="1770824"/>
                  </a:lnTo>
                  <a:lnTo>
                    <a:pt x="2131542" y="1773072"/>
                  </a:lnTo>
                  <a:lnTo>
                    <a:pt x="2127999" y="1774964"/>
                  </a:lnTo>
                  <a:lnTo>
                    <a:pt x="2124278" y="1776501"/>
                  </a:lnTo>
                  <a:lnTo>
                    <a:pt x="2120544" y="1778050"/>
                  </a:lnTo>
                  <a:lnTo>
                    <a:pt x="2116709" y="1779206"/>
                  </a:lnTo>
                  <a:lnTo>
                    <a:pt x="2112759" y="1779993"/>
                  </a:lnTo>
                  <a:lnTo>
                    <a:pt x="2108796" y="1780781"/>
                  </a:lnTo>
                  <a:lnTo>
                    <a:pt x="2104809" y="1781175"/>
                  </a:lnTo>
                  <a:lnTo>
                    <a:pt x="2100783" y="1781175"/>
                  </a:lnTo>
                  <a:lnTo>
                    <a:pt x="61391" y="1781175"/>
                  </a:lnTo>
                  <a:lnTo>
                    <a:pt x="57365" y="1781175"/>
                  </a:lnTo>
                  <a:lnTo>
                    <a:pt x="53365" y="1780781"/>
                  </a:lnTo>
                  <a:lnTo>
                    <a:pt x="49415" y="1779993"/>
                  </a:lnTo>
                  <a:lnTo>
                    <a:pt x="45466" y="1779206"/>
                  </a:lnTo>
                  <a:lnTo>
                    <a:pt x="41617" y="1778050"/>
                  </a:lnTo>
                  <a:lnTo>
                    <a:pt x="37896" y="1776501"/>
                  </a:lnTo>
                  <a:lnTo>
                    <a:pt x="34175" y="1774964"/>
                  </a:lnTo>
                  <a:lnTo>
                    <a:pt x="30645" y="1773072"/>
                  </a:lnTo>
                  <a:lnTo>
                    <a:pt x="27279" y="1770824"/>
                  </a:lnTo>
                  <a:lnTo>
                    <a:pt x="23926" y="1768589"/>
                  </a:lnTo>
                  <a:lnTo>
                    <a:pt x="20828" y="1766049"/>
                  </a:lnTo>
                  <a:lnTo>
                    <a:pt x="17983" y="1763191"/>
                  </a:lnTo>
                  <a:lnTo>
                    <a:pt x="15125" y="1760334"/>
                  </a:lnTo>
                  <a:lnTo>
                    <a:pt x="4673" y="1743278"/>
                  </a:lnTo>
                  <a:lnTo>
                    <a:pt x="3124" y="1739544"/>
                  </a:lnTo>
                  <a:lnTo>
                    <a:pt x="1968" y="1735709"/>
                  </a:lnTo>
                  <a:lnTo>
                    <a:pt x="1181" y="1731759"/>
                  </a:lnTo>
                  <a:lnTo>
                    <a:pt x="393" y="1727796"/>
                  </a:lnTo>
                  <a:lnTo>
                    <a:pt x="0" y="1723809"/>
                  </a:lnTo>
                  <a:lnTo>
                    <a:pt x="0" y="1719783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141324" y="2589529"/>
            <a:ext cx="1785620" cy="10617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90">
                <a:latin typeface="Arial Black"/>
                <a:cs typeface="Arial Black"/>
              </a:rPr>
              <a:t>Real-</a:t>
            </a:r>
            <a:r>
              <a:rPr dirty="0" sz="1850" spc="-110">
                <a:latin typeface="Arial Black"/>
                <a:cs typeface="Arial Black"/>
              </a:rPr>
              <a:t>World</a:t>
            </a:r>
            <a:r>
              <a:rPr dirty="0" sz="1850" spc="-135">
                <a:latin typeface="Arial Black"/>
                <a:cs typeface="Arial Black"/>
              </a:rPr>
              <a:t> </a:t>
            </a:r>
            <a:r>
              <a:rPr dirty="0" sz="1850" spc="-130">
                <a:latin typeface="Arial Black"/>
                <a:cs typeface="Arial Black"/>
              </a:rPr>
              <a:t>Use</a:t>
            </a:r>
            <a:endParaRPr sz="1850">
              <a:latin typeface="Arial Black"/>
              <a:cs typeface="Arial Black"/>
            </a:endParaRPr>
          </a:p>
          <a:p>
            <a:pPr marL="12700" marR="81280">
              <a:lnSpc>
                <a:spcPct val="133600"/>
              </a:lnSpc>
              <a:spcBef>
                <a:spcPts val="1270"/>
              </a:spcBef>
            </a:pPr>
            <a:r>
              <a:rPr dirty="0" sz="1450">
                <a:latin typeface="Tahoma"/>
                <a:cs typeface="Tahoma"/>
              </a:rPr>
              <a:t>Investment</a:t>
            </a:r>
            <a:r>
              <a:rPr dirty="0" sz="1450" spc="3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strategy </a:t>
            </a:r>
            <a:r>
              <a:rPr dirty="0" sz="1450" spc="-30">
                <a:latin typeface="Tahoma"/>
                <a:cs typeface="Tahoma"/>
              </a:rPr>
              <a:t>&amp;</a:t>
            </a:r>
            <a:r>
              <a:rPr dirty="0" sz="1450" spc="-5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risk</a:t>
            </a:r>
            <a:r>
              <a:rPr dirty="0" sz="1450" spc="-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management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315450" y="2400300"/>
            <a:ext cx="2171700" cy="1790700"/>
            <a:chOff x="9315450" y="2400300"/>
            <a:chExt cx="2171700" cy="1790700"/>
          </a:xfrm>
        </p:grpSpPr>
        <p:sp>
          <p:nvSpPr>
            <p:cNvPr id="14" name="object 14"/>
            <p:cNvSpPr/>
            <p:nvPr/>
          </p:nvSpPr>
          <p:spPr>
            <a:xfrm>
              <a:off x="9320212" y="2405062"/>
              <a:ext cx="2162175" cy="1781175"/>
            </a:xfrm>
            <a:custGeom>
              <a:avLst/>
              <a:gdLst/>
              <a:ahLst/>
              <a:cxnLst/>
              <a:rect l="l" t="t" r="r" b="b"/>
              <a:pathLst>
                <a:path w="2162175" h="1781175">
                  <a:moveTo>
                    <a:pt x="2104809" y="0"/>
                  </a:moveTo>
                  <a:lnTo>
                    <a:pt x="57365" y="0"/>
                  </a:lnTo>
                  <a:lnTo>
                    <a:pt x="53365" y="393"/>
                  </a:lnTo>
                  <a:lnTo>
                    <a:pt x="15125" y="20828"/>
                  </a:lnTo>
                  <a:lnTo>
                    <a:pt x="0" y="57365"/>
                  </a:lnTo>
                  <a:lnTo>
                    <a:pt x="0" y="1719783"/>
                  </a:lnTo>
                  <a:lnTo>
                    <a:pt x="0" y="1723809"/>
                  </a:lnTo>
                  <a:lnTo>
                    <a:pt x="15125" y="1760334"/>
                  </a:lnTo>
                  <a:lnTo>
                    <a:pt x="53365" y="1780781"/>
                  </a:lnTo>
                  <a:lnTo>
                    <a:pt x="57365" y="1781175"/>
                  </a:lnTo>
                  <a:lnTo>
                    <a:pt x="2104809" y="1781175"/>
                  </a:lnTo>
                  <a:lnTo>
                    <a:pt x="2141334" y="1766049"/>
                  </a:lnTo>
                  <a:lnTo>
                    <a:pt x="2161781" y="1727796"/>
                  </a:lnTo>
                  <a:lnTo>
                    <a:pt x="2162175" y="1723809"/>
                  </a:lnTo>
                  <a:lnTo>
                    <a:pt x="2162175" y="57365"/>
                  </a:lnTo>
                  <a:lnTo>
                    <a:pt x="2147049" y="20828"/>
                  </a:lnTo>
                  <a:lnTo>
                    <a:pt x="2108809" y="393"/>
                  </a:lnTo>
                  <a:lnTo>
                    <a:pt x="2104809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320212" y="2405062"/>
              <a:ext cx="2162175" cy="1781175"/>
            </a:xfrm>
            <a:custGeom>
              <a:avLst/>
              <a:gdLst/>
              <a:ahLst/>
              <a:cxnLst/>
              <a:rect l="l" t="t" r="r" b="b"/>
              <a:pathLst>
                <a:path w="2162175" h="1781175">
                  <a:moveTo>
                    <a:pt x="0" y="1719783"/>
                  </a:moveTo>
                  <a:lnTo>
                    <a:pt x="0" y="61391"/>
                  </a:lnTo>
                  <a:lnTo>
                    <a:pt x="0" y="57365"/>
                  </a:lnTo>
                  <a:lnTo>
                    <a:pt x="393" y="53365"/>
                  </a:lnTo>
                  <a:lnTo>
                    <a:pt x="1181" y="49415"/>
                  </a:lnTo>
                  <a:lnTo>
                    <a:pt x="1968" y="45466"/>
                  </a:lnTo>
                  <a:lnTo>
                    <a:pt x="3124" y="41617"/>
                  </a:lnTo>
                  <a:lnTo>
                    <a:pt x="4673" y="37896"/>
                  </a:lnTo>
                  <a:lnTo>
                    <a:pt x="6210" y="34175"/>
                  </a:lnTo>
                  <a:lnTo>
                    <a:pt x="17983" y="17983"/>
                  </a:lnTo>
                  <a:lnTo>
                    <a:pt x="20828" y="15125"/>
                  </a:lnTo>
                  <a:lnTo>
                    <a:pt x="23926" y="12585"/>
                  </a:lnTo>
                  <a:lnTo>
                    <a:pt x="27279" y="10350"/>
                  </a:lnTo>
                  <a:lnTo>
                    <a:pt x="30645" y="8102"/>
                  </a:lnTo>
                  <a:lnTo>
                    <a:pt x="34175" y="6210"/>
                  </a:lnTo>
                  <a:lnTo>
                    <a:pt x="37896" y="4673"/>
                  </a:lnTo>
                  <a:lnTo>
                    <a:pt x="41617" y="3124"/>
                  </a:lnTo>
                  <a:lnTo>
                    <a:pt x="45466" y="1968"/>
                  </a:lnTo>
                  <a:lnTo>
                    <a:pt x="49415" y="1181"/>
                  </a:lnTo>
                  <a:lnTo>
                    <a:pt x="53365" y="393"/>
                  </a:lnTo>
                  <a:lnTo>
                    <a:pt x="57365" y="0"/>
                  </a:lnTo>
                  <a:lnTo>
                    <a:pt x="61391" y="0"/>
                  </a:lnTo>
                  <a:lnTo>
                    <a:pt x="2100783" y="0"/>
                  </a:lnTo>
                  <a:lnTo>
                    <a:pt x="2104809" y="0"/>
                  </a:lnTo>
                  <a:lnTo>
                    <a:pt x="2108809" y="393"/>
                  </a:lnTo>
                  <a:lnTo>
                    <a:pt x="2112759" y="1181"/>
                  </a:lnTo>
                  <a:lnTo>
                    <a:pt x="2116709" y="1968"/>
                  </a:lnTo>
                  <a:lnTo>
                    <a:pt x="2120544" y="3124"/>
                  </a:lnTo>
                  <a:lnTo>
                    <a:pt x="2124278" y="4673"/>
                  </a:lnTo>
                  <a:lnTo>
                    <a:pt x="2127999" y="6210"/>
                  </a:lnTo>
                  <a:lnTo>
                    <a:pt x="2131542" y="8102"/>
                  </a:lnTo>
                  <a:lnTo>
                    <a:pt x="2134882" y="10350"/>
                  </a:lnTo>
                  <a:lnTo>
                    <a:pt x="2138235" y="12585"/>
                  </a:lnTo>
                  <a:lnTo>
                    <a:pt x="2141334" y="15125"/>
                  </a:lnTo>
                  <a:lnTo>
                    <a:pt x="2144191" y="17983"/>
                  </a:lnTo>
                  <a:lnTo>
                    <a:pt x="2147049" y="20828"/>
                  </a:lnTo>
                  <a:lnTo>
                    <a:pt x="2149589" y="23926"/>
                  </a:lnTo>
                  <a:lnTo>
                    <a:pt x="2151824" y="27279"/>
                  </a:lnTo>
                  <a:lnTo>
                    <a:pt x="2154059" y="30632"/>
                  </a:lnTo>
                  <a:lnTo>
                    <a:pt x="2155964" y="34175"/>
                  </a:lnTo>
                  <a:lnTo>
                    <a:pt x="2157501" y="37896"/>
                  </a:lnTo>
                  <a:lnTo>
                    <a:pt x="2159050" y="41617"/>
                  </a:lnTo>
                  <a:lnTo>
                    <a:pt x="2160206" y="45466"/>
                  </a:lnTo>
                  <a:lnTo>
                    <a:pt x="2160993" y="49415"/>
                  </a:lnTo>
                  <a:lnTo>
                    <a:pt x="2161781" y="53365"/>
                  </a:lnTo>
                  <a:lnTo>
                    <a:pt x="2162175" y="57365"/>
                  </a:lnTo>
                  <a:lnTo>
                    <a:pt x="2162175" y="61391"/>
                  </a:lnTo>
                  <a:lnTo>
                    <a:pt x="2162175" y="1719783"/>
                  </a:lnTo>
                  <a:lnTo>
                    <a:pt x="2162175" y="1723809"/>
                  </a:lnTo>
                  <a:lnTo>
                    <a:pt x="2161781" y="1727796"/>
                  </a:lnTo>
                  <a:lnTo>
                    <a:pt x="2160993" y="1731759"/>
                  </a:lnTo>
                  <a:lnTo>
                    <a:pt x="2160206" y="1735709"/>
                  </a:lnTo>
                  <a:lnTo>
                    <a:pt x="2159050" y="1739544"/>
                  </a:lnTo>
                  <a:lnTo>
                    <a:pt x="2157501" y="1743278"/>
                  </a:lnTo>
                  <a:lnTo>
                    <a:pt x="2155964" y="1746999"/>
                  </a:lnTo>
                  <a:lnTo>
                    <a:pt x="2144191" y="1763191"/>
                  </a:lnTo>
                  <a:lnTo>
                    <a:pt x="2141334" y="1766049"/>
                  </a:lnTo>
                  <a:lnTo>
                    <a:pt x="2138235" y="1768589"/>
                  </a:lnTo>
                  <a:lnTo>
                    <a:pt x="2134882" y="1770824"/>
                  </a:lnTo>
                  <a:lnTo>
                    <a:pt x="2131542" y="1773072"/>
                  </a:lnTo>
                  <a:lnTo>
                    <a:pt x="2127999" y="1774964"/>
                  </a:lnTo>
                  <a:lnTo>
                    <a:pt x="2124278" y="1776501"/>
                  </a:lnTo>
                  <a:lnTo>
                    <a:pt x="2120544" y="1778050"/>
                  </a:lnTo>
                  <a:lnTo>
                    <a:pt x="2116709" y="1779206"/>
                  </a:lnTo>
                  <a:lnTo>
                    <a:pt x="2112759" y="1779993"/>
                  </a:lnTo>
                  <a:lnTo>
                    <a:pt x="2108809" y="1780781"/>
                  </a:lnTo>
                  <a:lnTo>
                    <a:pt x="2104809" y="1781175"/>
                  </a:lnTo>
                  <a:lnTo>
                    <a:pt x="2100783" y="1781175"/>
                  </a:lnTo>
                  <a:lnTo>
                    <a:pt x="61391" y="1781175"/>
                  </a:lnTo>
                  <a:lnTo>
                    <a:pt x="57365" y="1781175"/>
                  </a:lnTo>
                  <a:lnTo>
                    <a:pt x="53365" y="1780781"/>
                  </a:lnTo>
                  <a:lnTo>
                    <a:pt x="49415" y="1779993"/>
                  </a:lnTo>
                  <a:lnTo>
                    <a:pt x="45466" y="1779206"/>
                  </a:lnTo>
                  <a:lnTo>
                    <a:pt x="41617" y="1778050"/>
                  </a:lnTo>
                  <a:lnTo>
                    <a:pt x="37896" y="1776501"/>
                  </a:lnTo>
                  <a:lnTo>
                    <a:pt x="34175" y="1774964"/>
                  </a:lnTo>
                  <a:lnTo>
                    <a:pt x="30632" y="1773072"/>
                  </a:lnTo>
                  <a:lnTo>
                    <a:pt x="27279" y="1770824"/>
                  </a:lnTo>
                  <a:lnTo>
                    <a:pt x="23926" y="1768589"/>
                  </a:lnTo>
                  <a:lnTo>
                    <a:pt x="20828" y="1766049"/>
                  </a:lnTo>
                  <a:lnTo>
                    <a:pt x="17983" y="1763191"/>
                  </a:lnTo>
                  <a:lnTo>
                    <a:pt x="15125" y="1760334"/>
                  </a:lnTo>
                  <a:lnTo>
                    <a:pt x="4673" y="1743278"/>
                  </a:lnTo>
                  <a:lnTo>
                    <a:pt x="3124" y="1739544"/>
                  </a:lnTo>
                  <a:lnTo>
                    <a:pt x="1968" y="1735709"/>
                  </a:lnTo>
                  <a:lnTo>
                    <a:pt x="1181" y="1731759"/>
                  </a:lnTo>
                  <a:lnTo>
                    <a:pt x="393" y="1727796"/>
                  </a:lnTo>
                  <a:lnTo>
                    <a:pt x="0" y="1723809"/>
                  </a:lnTo>
                  <a:lnTo>
                    <a:pt x="0" y="1719783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501441" y="2589529"/>
            <a:ext cx="1673225" cy="1366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40">
                <a:latin typeface="Arial Black"/>
                <a:cs typeface="Arial Black"/>
              </a:rPr>
              <a:t>ML</a:t>
            </a:r>
            <a:r>
              <a:rPr dirty="0" sz="1850" spc="-200">
                <a:latin typeface="Arial Black"/>
                <a:cs typeface="Arial Black"/>
              </a:rPr>
              <a:t> </a:t>
            </a:r>
            <a:r>
              <a:rPr dirty="0" sz="1850" spc="-10">
                <a:latin typeface="Arial Black"/>
                <a:cs typeface="Arial Black"/>
              </a:rPr>
              <a:t>Approach</a:t>
            </a:r>
            <a:endParaRPr sz="1850">
              <a:latin typeface="Arial Black"/>
              <a:cs typeface="Arial Black"/>
            </a:endParaRPr>
          </a:p>
          <a:p>
            <a:pPr marL="12700" marR="5080">
              <a:lnSpc>
                <a:spcPct val="135800"/>
              </a:lnSpc>
              <a:spcBef>
                <a:spcPts val="1230"/>
              </a:spcBef>
            </a:pPr>
            <a:r>
              <a:rPr dirty="0" sz="1450" spc="10">
                <a:latin typeface="Tahoma"/>
                <a:cs typeface="Tahoma"/>
              </a:rPr>
              <a:t>Regression</a:t>
            </a:r>
            <a:r>
              <a:rPr dirty="0" sz="1450" spc="215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on </a:t>
            </a:r>
            <a:r>
              <a:rPr dirty="0" sz="1450" spc="10">
                <a:latin typeface="Tahoma"/>
                <a:cs typeface="Tahoma"/>
              </a:rPr>
              <a:t>structured</a:t>
            </a:r>
            <a:r>
              <a:rPr dirty="0" sz="1450" spc="200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financial </a:t>
            </a:r>
            <a:r>
              <a:rPr dirty="0" sz="1450" spc="-20">
                <a:latin typeface="Tahoma"/>
                <a:cs typeface="Tahoma"/>
              </a:rPr>
              <a:t>data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09541" y="6289601"/>
            <a:ext cx="2196465" cy="588645"/>
            <a:chOff x="10109541" y="6289601"/>
            <a:chExt cx="2196465" cy="588645"/>
          </a:xfrm>
        </p:grpSpPr>
        <p:pic>
          <p:nvPicPr>
            <p:cNvPr id="18" name="object 18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5" y="6343650"/>
              <a:ext cx="1754504" cy="419100"/>
            </a:xfrm>
            <a:prstGeom prst="rect">
              <a:avLst/>
            </a:prstGeom>
          </p:spPr>
        </p:pic>
        <p:sp>
          <p:nvSpPr>
            <p:cNvPr id="19" name="object 19">
              <a:hlinkClick r:id="rId3"/>
            </p:cNvPr>
            <p:cNvSpPr/>
            <p:nvPr/>
          </p:nvSpPr>
          <p:spPr>
            <a:xfrm>
              <a:off x="10200538" y="6380598"/>
              <a:ext cx="1800860" cy="288290"/>
            </a:xfrm>
            <a:custGeom>
              <a:avLst/>
              <a:gdLst/>
              <a:ahLst/>
              <a:cxnLst/>
              <a:rect l="l" t="t" r="r" b="b"/>
              <a:pathLst>
                <a:path w="1800859" h="288290">
                  <a:moveTo>
                    <a:pt x="0" y="48020"/>
                  </a:moveTo>
                  <a:lnTo>
                    <a:pt x="272249" y="48020"/>
                  </a:lnTo>
                  <a:lnTo>
                    <a:pt x="377469" y="54026"/>
                  </a:lnTo>
                  <a:lnTo>
                    <a:pt x="471881" y="60022"/>
                  </a:lnTo>
                  <a:lnTo>
                    <a:pt x="548081" y="66029"/>
                  </a:lnTo>
                  <a:lnTo>
                    <a:pt x="613410" y="72035"/>
                  </a:lnTo>
                  <a:lnTo>
                    <a:pt x="686041" y="72035"/>
                  </a:lnTo>
                  <a:lnTo>
                    <a:pt x="722350" y="75007"/>
                  </a:lnTo>
                  <a:lnTo>
                    <a:pt x="755002" y="78031"/>
                  </a:lnTo>
                  <a:lnTo>
                    <a:pt x="780402" y="81013"/>
                  </a:lnTo>
                  <a:lnTo>
                    <a:pt x="802182" y="87020"/>
                  </a:lnTo>
                  <a:lnTo>
                    <a:pt x="816711" y="90044"/>
                  </a:lnTo>
                  <a:lnTo>
                    <a:pt x="831253" y="93016"/>
                  </a:lnTo>
                  <a:lnTo>
                    <a:pt x="853033" y="96040"/>
                  </a:lnTo>
                  <a:lnTo>
                    <a:pt x="871181" y="96040"/>
                  </a:lnTo>
                  <a:lnTo>
                    <a:pt x="889292" y="99022"/>
                  </a:lnTo>
                  <a:lnTo>
                    <a:pt x="907453" y="105018"/>
                  </a:lnTo>
                  <a:lnTo>
                    <a:pt x="921981" y="111025"/>
                  </a:lnTo>
                  <a:lnTo>
                    <a:pt x="936523" y="120003"/>
                  </a:lnTo>
                  <a:lnTo>
                    <a:pt x="951001" y="126009"/>
                  </a:lnTo>
                  <a:lnTo>
                    <a:pt x="961923" y="132005"/>
                  </a:lnTo>
                  <a:lnTo>
                    <a:pt x="972781" y="138012"/>
                  </a:lnTo>
                  <a:lnTo>
                    <a:pt x="983703" y="141036"/>
                  </a:lnTo>
                  <a:lnTo>
                    <a:pt x="994562" y="144018"/>
                  </a:lnTo>
                  <a:lnTo>
                    <a:pt x="1009103" y="150014"/>
                  </a:lnTo>
                  <a:lnTo>
                    <a:pt x="1020013" y="156021"/>
                  </a:lnTo>
                  <a:lnTo>
                    <a:pt x="1027252" y="168023"/>
                  </a:lnTo>
                  <a:lnTo>
                    <a:pt x="1041793" y="183060"/>
                  </a:lnTo>
                  <a:lnTo>
                    <a:pt x="1085354" y="222050"/>
                  </a:lnTo>
                  <a:lnTo>
                    <a:pt x="1147013" y="249089"/>
                  </a:lnTo>
                  <a:lnTo>
                    <a:pt x="1172464" y="255096"/>
                  </a:lnTo>
                  <a:lnTo>
                    <a:pt x="1197864" y="261092"/>
                  </a:lnTo>
                  <a:lnTo>
                    <a:pt x="1230503" y="264074"/>
                  </a:lnTo>
                  <a:lnTo>
                    <a:pt x="1310373" y="264074"/>
                  </a:lnTo>
                  <a:lnTo>
                    <a:pt x="1328534" y="261092"/>
                  </a:lnTo>
                  <a:lnTo>
                    <a:pt x="1350314" y="258068"/>
                  </a:lnTo>
                  <a:lnTo>
                    <a:pt x="1372095" y="252061"/>
                  </a:lnTo>
                  <a:lnTo>
                    <a:pt x="1401114" y="246065"/>
                  </a:lnTo>
                  <a:lnTo>
                    <a:pt x="1426565" y="240059"/>
                  </a:lnTo>
                  <a:lnTo>
                    <a:pt x="1448346" y="234052"/>
                  </a:lnTo>
                  <a:lnTo>
                    <a:pt x="1477365" y="222050"/>
                  </a:lnTo>
                  <a:lnTo>
                    <a:pt x="1502765" y="210047"/>
                  </a:lnTo>
                  <a:lnTo>
                    <a:pt x="1546313" y="186032"/>
                  </a:lnTo>
                  <a:lnTo>
                    <a:pt x="1557235" y="180036"/>
                  </a:lnTo>
                  <a:lnTo>
                    <a:pt x="1568094" y="171058"/>
                  </a:lnTo>
                  <a:lnTo>
                    <a:pt x="1579016" y="162027"/>
                  </a:lnTo>
                  <a:lnTo>
                    <a:pt x="1589874" y="153049"/>
                  </a:lnTo>
                  <a:lnTo>
                    <a:pt x="1600784" y="147042"/>
                  </a:lnTo>
                  <a:lnTo>
                    <a:pt x="1611655" y="144018"/>
                  </a:lnTo>
                  <a:lnTo>
                    <a:pt x="1633435" y="144018"/>
                  </a:lnTo>
                  <a:lnTo>
                    <a:pt x="1644345" y="141036"/>
                  </a:lnTo>
                  <a:lnTo>
                    <a:pt x="1655216" y="138012"/>
                  </a:lnTo>
                  <a:lnTo>
                    <a:pt x="1666125" y="135040"/>
                  </a:lnTo>
                  <a:lnTo>
                    <a:pt x="1676984" y="132005"/>
                  </a:lnTo>
                  <a:lnTo>
                    <a:pt x="1727835" y="132005"/>
                  </a:lnTo>
                  <a:lnTo>
                    <a:pt x="1735086" y="135040"/>
                  </a:lnTo>
                  <a:lnTo>
                    <a:pt x="1742325" y="138012"/>
                  </a:lnTo>
                  <a:lnTo>
                    <a:pt x="1753235" y="144018"/>
                  </a:lnTo>
                  <a:lnTo>
                    <a:pt x="1764106" y="156021"/>
                  </a:lnTo>
                  <a:lnTo>
                    <a:pt x="1775015" y="168023"/>
                  </a:lnTo>
                  <a:lnTo>
                    <a:pt x="1785886" y="180036"/>
                  </a:lnTo>
                  <a:lnTo>
                    <a:pt x="1793176" y="195063"/>
                  </a:lnTo>
                  <a:lnTo>
                    <a:pt x="1796796" y="210047"/>
                  </a:lnTo>
                  <a:lnTo>
                    <a:pt x="1800415" y="225074"/>
                  </a:lnTo>
                  <a:lnTo>
                    <a:pt x="1800415" y="270070"/>
                  </a:lnTo>
                  <a:lnTo>
                    <a:pt x="1796796" y="279101"/>
                  </a:lnTo>
                  <a:lnTo>
                    <a:pt x="1793176" y="285107"/>
                  </a:lnTo>
                  <a:lnTo>
                    <a:pt x="1789557" y="288079"/>
                  </a:lnTo>
                  <a:lnTo>
                    <a:pt x="1785886" y="285107"/>
                  </a:lnTo>
                  <a:lnTo>
                    <a:pt x="1785886" y="213072"/>
                  </a:lnTo>
                  <a:lnTo>
                    <a:pt x="1775015" y="159045"/>
                  </a:lnTo>
                  <a:lnTo>
                    <a:pt x="1771396" y="144018"/>
                  </a:lnTo>
                  <a:lnTo>
                    <a:pt x="1771396" y="129034"/>
                  </a:lnTo>
                  <a:lnTo>
                    <a:pt x="1767776" y="114007"/>
                  </a:lnTo>
                  <a:lnTo>
                    <a:pt x="1760486" y="102046"/>
                  </a:lnTo>
                  <a:lnTo>
                    <a:pt x="1749615" y="93016"/>
                  </a:lnTo>
                  <a:lnTo>
                    <a:pt x="1738706" y="84038"/>
                  </a:lnTo>
                  <a:lnTo>
                    <a:pt x="1731467" y="75007"/>
                  </a:lnTo>
                  <a:lnTo>
                    <a:pt x="1724164" y="69011"/>
                  </a:lnTo>
                  <a:lnTo>
                    <a:pt x="1716925" y="60022"/>
                  </a:lnTo>
                  <a:lnTo>
                    <a:pt x="1709686" y="54026"/>
                  </a:lnTo>
                  <a:lnTo>
                    <a:pt x="1695145" y="48020"/>
                  </a:lnTo>
                  <a:lnTo>
                    <a:pt x="1684286" y="42024"/>
                  </a:lnTo>
                  <a:lnTo>
                    <a:pt x="1673364" y="36017"/>
                  </a:lnTo>
                  <a:lnTo>
                    <a:pt x="1658835" y="30011"/>
                  </a:lnTo>
                  <a:lnTo>
                    <a:pt x="1644345" y="24015"/>
                  </a:lnTo>
                  <a:lnTo>
                    <a:pt x="1629816" y="18008"/>
                  </a:lnTo>
                  <a:lnTo>
                    <a:pt x="1611655" y="14984"/>
                  </a:lnTo>
                  <a:lnTo>
                    <a:pt x="1589874" y="8978"/>
                  </a:lnTo>
                  <a:lnTo>
                    <a:pt x="1560855" y="6006"/>
                  </a:lnTo>
                  <a:lnTo>
                    <a:pt x="1513674" y="2971"/>
                  </a:lnTo>
                  <a:lnTo>
                    <a:pt x="1462824" y="0"/>
                  </a:lnTo>
                  <a:lnTo>
                    <a:pt x="1154303" y="0"/>
                  </a:lnTo>
                  <a:lnTo>
                    <a:pt x="1132522" y="2971"/>
                  </a:lnTo>
                  <a:lnTo>
                    <a:pt x="1114374" y="6006"/>
                  </a:lnTo>
                  <a:lnTo>
                    <a:pt x="1088974" y="8978"/>
                  </a:lnTo>
                  <a:lnTo>
                    <a:pt x="1063574" y="14984"/>
                  </a:lnTo>
                  <a:lnTo>
                    <a:pt x="1045413" y="18008"/>
                  </a:lnTo>
                  <a:lnTo>
                    <a:pt x="1020013" y="20980"/>
                  </a:lnTo>
                  <a:lnTo>
                    <a:pt x="1001852" y="24015"/>
                  </a:lnTo>
                  <a:lnTo>
                    <a:pt x="983703" y="26987"/>
                  </a:lnTo>
                  <a:lnTo>
                    <a:pt x="954633" y="32993"/>
                  </a:lnTo>
                  <a:lnTo>
                    <a:pt x="896581" y="44996"/>
                  </a:lnTo>
                  <a:lnTo>
                    <a:pt x="863892" y="48020"/>
                  </a:lnTo>
                  <a:lnTo>
                    <a:pt x="827633" y="51002"/>
                  </a:lnTo>
                  <a:lnTo>
                    <a:pt x="794931" y="54026"/>
                  </a:lnTo>
                  <a:lnTo>
                    <a:pt x="747750" y="56998"/>
                  </a:lnTo>
                  <a:lnTo>
                    <a:pt x="700582" y="63004"/>
                  </a:lnTo>
                  <a:lnTo>
                    <a:pt x="667880" y="66029"/>
                  </a:lnTo>
                  <a:lnTo>
                    <a:pt x="635241" y="69011"/>
                  </a:lnTo>
                  <a:lnTo>
                    <a:pt x="617080" y="72035"/>
                  </a:lnTo>
                  <a:lnTo>
                    <a:pt x="515442" y="72035"/>
                  </a:lnTo>
                  <a:lnTo>
                    <a:pt x="464642" y="75007"/>
                  </a:lnTo>
                  <a:lnTo>
                    <a:pt x="410159" y="81013"/>
                  </a:lnTo>
                  <a:lnTo>
                    <a:pt x="359359" y="87020"/>
                  </a:lnTo>
                  <a:lnTo>
                    <a:pt x="312140" y="99022"/>
                  </a:lnTo>
                  <a:lnTo>
                    <a:pt x="254088" y="123027"/>
                  </a:lnTo>
                  <a:lnTo>
                    <a:pt x="221399" y="144018"/>
                  </a:lnTo>
                  <a:lnTo>
                    <a:pt x="217779" y="153049"/>
                  </a:lnTo>
                  <a:lnTo>
                    <a:pt x="221399" y="159045"/>
                  </a:lnTo>
                  <a:lnTo>
                    <a:pt x="225018" y="168023"/>
                  </a:lnTo>
                  <a:lnTo>
                    <a:pt x="232321" y="174030"/>
                  </a:lnTo>
                  <a:lnTo>
                    <a:pt x="243179" y="180036"/>
                  </a:lnTo>
                  <a:lnTo>
                    <a:pt x="254088" y="186032"/>
                  </a:lnTo>
                  <a:lnTo>
                    <a:pt x="264960" y="192038"/>
                  </a:lnTo>
                  <a:lnTo>
                    <a:pt x="279488" y="198045"/>
                  </a:lnTo>
                  <a:lnTo>
                    <a:pt x="294030" y="207065"/>
                  </a:lnTo>
                  <a:lnTo>
                    <a:pt x="312140" y="219078"/>
                  </a:lnTo>
                  <a:lnTo>
                    <a:pt x="337591" y="228056"/>
                  </a:lnTo>
                  <a:lnTo>
                    <a:pt x="362991" y="237087"/>
                  </a:lnTo>
                  <a:lnTo>
                    <a:pt x="388391" y="240059"/>
                  </a:lnTo>
                  <a:lnTo>
                    <a:pt x="515442" y="240059"/>
                  </a:lnTo>
                  <a:lnTo>
                    <a:pt x="533590" y="243083"/>
                  </a:lnTo>
                  <a:lnTo>
                    <a:pt x="551751" y="246065"/>
                  </a:lnTo>
                  <a:lnTo>
                    <a:pt x="569861" y="249089"/>
                  </a:lnTo>
                  <a:lnTo>
                    <a:pt x="591642" y="252061"/>
                  </a:lnTo>
                  <a:lnTo>
                    <a:pt x="725982" y="252061"/>
                  </a:lnTo>
                  <a:lnTo>
                    <a:pt x="740460" y="249089"/>
                  </a:lnTo>
                  <a:lnTo>
                    <a:pt x="758621" y="246065"/>
                  </a:lnTo>
                  <a:lnTo>
                    <a:pt x="773150" y="243083"/>
                  </a:lnTo>
                  <a:lnTo>
                    <a:pt x="787692" y="240059"/>
                  </a:lnTo>
                  <a:lnTo>
                    <a:pt x="809472" y="237087"/>
                  </a:lnTo>
                  <a:lnTo>
                    <a:pt x="827633" y="234052"/>
                  </a:lnTo>
                  <a:lnTo>
                    <a:pt x="845731" y="231080"/>
                  </a:lnTo>
                  <a:lnTo>
                    <a:pt x="863892" y="228056"/>
                  </a:lnTo>
                  <a:lnTo>
                    <a:pt x="882053" y="225074"/>
                  </a:lnTo>
                  <a:lnTo>
                    <a:pt x="896581" y="222050"/>
                  </a:lnTo>
                  <a:lnTo>
                    <a:pt x="911072" y="219078"/>
                  </a:lnTo>
                  <a:lnTo>
                    <a:pt x="925601" y="216043"/>
                  </a:lnTo>
                  <a:lnTo>
                    <a:pt x="936523" y="213072"/>
                  </a:lnTo>
                  <a:lnTo>
                    <a:pt x="951001" y="210047"/>
                  </a:lnTo>
                  <a:lnTo>
                    <a:pt x="965542" y="207065"/>
                  </a:lnTo>
                  <a:lnTo>
                    <a:pt x="983703" y="204041"/>
                  </a:lnTo>
                  <a:lnTo>
                    <a:pt x="1451965" y="204041"/>
                  </a:lnTo>
                  <a:lnTo>
                    <a:pt x="1477365" y="201069"/>
                  </a:lnTo>
                  <a:lnTo>
                    <a:pt x="1499146" y="198045"/>
                  </a:lnTo>
                  <a:lnTo>
                    <a:pt x="1517294" y="195063"/>
                  </a:lnTo>
                  <a:lnTo>
                    <a:pt x="1531785" y="192038"/>
                  </a:lnTo>
                  <a:lnTo>
                    <a:pt x="1680616" y="192038"/>
                  </a:lnTo>
                  <a:lnTo>
                    <a:pt x="1687906" y="195063"/>
                  </a:lnTo>
                  <a:lnTo>
                    <a:pt x="1695145" y="201069"/>
                  </a:lnTo>
                  <a:lnTo>
                    <a:pt x="1698764" y="210047"/>
                  </a:lnTo>
                  <a:lnTo>
                    <a:pt x="1698764" y="222050"/>
                  </a:lnTo>
                  <a:lnTo>
                    <a:pt x="1702384" y="231080"/>
                  </a:lnTo>
                  <a:lnTo>
                    <a:pt x="1706067" y="237087"/>
                  </a:lnTo>
                  <a:lnTo>
                    <a:pt x="1709686" y="243083"/>
                  </a:lnTo>
                  <a:lnTo>
                    <a:pt x="1709686" y="246065"/>
                  </a:lnTo>
                  <a:lnTo>
                    <a:pt x="1702384" y="249089"/>
                  </a:lnTo>
                  <a:lnTo>
                    <a:pt x="1691525" y="252061"/>
                  </a:lnTo>
                  <a:lnTo>
                    <a:pt x="1680616" y="252061"/>
                  </a:lnTo>
                  <a:lnTo>
                    <a:pt x="1644345" y="237087"/>
                  </a:lnTo>
                  <a:lnTo>
                    <a:pt x="1640725" y="231080"/>
                  </a:lnTo>
                  <a:lnTo>
                    <a:pt x="1637055" y="225074"/>
                  </a:lnTo>
                  <a:lnTo>
                    <a:pt x="1633435" y="216043"/>
                  </a:lnTo>
                  <a:lnTo>
                    <a:pt x="1629816" y="207065"/>
                  </a:lnTo>
                  <a:lnTo>
                    <a:pt x="1626184" y="201069"/>
                  </a:lnTo>
                  <a:lnTo>
                    <a:pt x="1626184" y="171058"/>
                  </a:lnTo>
                  <a:lnTo>
                    <a:pt x="1622564" y="147042"/>
                  </a:lnTo>
                  <a:lnTo>
                    <a:pt x="1615274" y="126009"/>
                  </a:lnTo>
                  <a:lnTo>
                    <a:pt x="1608035" y="105018"/>
                  </a:lnTo>
                  <a:lnTo>
                    <a:pt x="1600784" y="87020"/>
                  </a:lnTo>
                  <a:lnTo>
                    <a:pt x="1589874" y="81013"/>
                  </a:lnTo>
                  <a:lnTo>
                    <a:pt x="1582635" y="72035"/>
                  </a:lnTo>
                  <a:lnTo>
                    <a:pt x="1571713" y="63004"/>
                  </a:lnTo>
                  <a:lnTo>
                    <a:pt x="1560855" y="56998"/>
                  </a:lnTo>
                  <a:lnTo>
                    <a:pt x="1553565" y="51002"/>
                  </a:lnTo>
                  <a:lnTo>
                    <a:pt x="1542694" y="48020"/>
                  </a:lnTo>
                  <a:lnTo>
                    <a:pt x="1528165" y="48020"/>
                  </a:lnTo>
                  <a:lnTo>
                    <a:pt x="1513674" y="44996"/>
                  </a:lnTo>
                  <a:lnTo>
                    <a:pt x="1499146" y="42024"/>
                  </a:lnTo>
                  <a:lnTo>
                    <a:pt x="1477365" y="38989"/>
                  </a:lnTo>
                  <a:lnTo>
                    <a:pt x="1455585" y="36017"/>
                  </a:lnTo>
                  <a:lnTo>
                    <a:pt x="1277734" y="36017"/>
                  </a:lnTo>
                  <a:lnTo>
                    <a:pt x="1248664" y="38989"/>
                  </a:lnTo>
                  <a:lnTo>
                    <a:pt x="1219644" y="42024"/>
                  </a:lnTo>
                  <a:lnTo>
                    <a:pt x="1190625" y="44996"/>
                  </a:lnTo>
                  <a:lnTo>
                    <a:pt x="1168793" y="51002"/>
                  </a:lnTo>
                  <a:lnTo>
                    <a:pt x="1147013" y="54026"/>
                  </a:lnTo>
                  <a:lnTo>
                    <a:pt x="1125232" y="56998"/>
                  </a:lnTo>
                  <a:lnTo>
                    <a:pt x="1114374" y="63004"/>
                  </a:lnTo>
                  <a:lnTo>
                    <a:pt x="1107122" y="69011"/>
                  </a:lnTo>
                  <a:lnTo>
                    <a:pt x="1107122" y="75007"/>
                  </a:lnTo>
                  <a:lnTo>
                    <a:pt x="1114374" y="84038"/>
                  </a:lnTo>
                  <a:lnTo>
                    <a:pt x="1125232" y="90044"/>
                  </a:lnTo>
                  <a:lnTo>
                    <a:pt x="1136154" y="93016"/>
                  </a:lnTo>
                  <a:lnTo>
                    <a:pt x="1150683" y="96040"/>
                  </a:lnTo>
                  <a:lnTo>
                    <a:pt x="1168793" y="96040"/>
                  </a:lnTo>
                  <a:lnTo>
                    <a:pt x="1186954" y="99022"/>
                  </a:lnTo>
                  <a:lnTo>
                    <a:pt x="1212392" y="102046"/>
                  </a:lnTo>
                  <a:lnTo>
                    <a:pt x="1248664" y="108053"/>
                  </a:lnTo>
                  <a:lnTo>
                    <a:pt x="1281353" y="117031"/>
                  </a:lnTo>
                  <a:lnTo>
                    <a:pt x="1321295" y="123027"/>
                  </a:lnTo>
                  <a:lnTo>
                    <a:pt x="1364843" y="129034"/>
                  </a:lnTo>
                  <a:lnTo>
                    <a:pt x="1393863" y="132005"/>
                  </a:lnTo>
                  <a:lnTo>
                    <a:pt x="1419263" y="132005"/>
                  </a:lnTo>
                  <a:lnTo>
                    <a:pt x="1441043" y="135040"/>
                  </a:lnTo>
                  <a:lnTo>
                    <a:pt x="1455585" y="138012"/>
                  </a:lnTo>
                  <a:lnTo>
                    <a:pt x="1470113" y="141036"/>
                  </a:lnTo>
                  <a:lnTo>
                    <a:pt x="1488224" y="147042"/>
                  </a:lnTo>
                  <a:lnTo>
                    <a:pt x="1506385" y="150014"/>
                  </a:lnTo>
                  <a:lnTo>
                    <a:pt x="1553565" y="165051"/>
                  </a:lnTo>
                  <a:lnTo>
                    <a:pt x="1579016" y="183060"/>
                  </a:lnTo>
                  <a:lnTo>
                    <a:pt x="1593494" y="192038"/>
                  </a:lnTo>
                  <a:lnTo>
                    <a:pt x="1604416" y="201069"/>
                  </a:lnTo>
                  <a:lnTo>
                    <a:pt x="1608035" y="210047"/>
                  </a:lnTo>
                  <a:lnTo>
                    <a:pt x="1615274" y="219078"/>
                  </a:lnTo>
                  <a:lnTo>
                    <a:pt x="1622564" y="228056"/>
                  </a:lnTo>
                  <a:lnTo>
                    <a:pt x="1633435" y="237087"/>
                  </a:lnTo>
                  <a:lnTo>
                    <a:pt x="1644345" y="246065"/>
                  </a:lnTo>
                  <a:lnTo>
                    <a:pt x="1651584" y="258068"/>
                  </a:lnTo>
                  <a:lnTo>
                    <a:pt x="1655216" y="270070"/>
                  </a:lnTo>
                  <a:lnTo>
                    <a:pt x="1651584" y="279101"/>
                  </a:lnTo>
                  <a:lnTo>
                    <a:pt x="1644345" y="285107"/>
                  </a:lnTo>
                  <a:lnTo>
                    <a:pt x="1633435" y="288079"/>
                  </a:lnTo>
                  <a:lnTo>
                    <a:pt x="1600784" y="288079"/>
                  </a:lnTo>
                  <a:lnTo>
                    <a:pt x="1586255" y="282083"/>
                  </a:lnTo>
                  <a:lnTo>
                    <a:pt x="1568094" y="273094"/>
                  </a:lnTo>
                  <a:lnTo>
                    <a:pt x="1549946" y="264074"/>
                  </a:lnTo>
                  <a:lnTo>
                    <a:pt x="1531785" y="252061"/>
                  </a:lnTo>
                  <a:lnTo>
                    <a:pt x="1517294" y="246065"/>
                  </a:lnTo>
                  <a:lnTo>
                    <a:pt x="1502765" y="243083"/>
                  </a:lnTo>
                  <a:lnTo>
                    <a:pt x="1491894" y="237087"/>
                  </a:lnTo>
                  <a:lnTo>
                    <a:pt x="1480985" y="234052"/>
                  </a:lnTo>
                </a:path>
              </a:pathLst>
            </a:custGeom>
            <a:ln w="18157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>
              <a:hlinkClick r:id="rId3"/>
            </p:cNvPr>
            <p:cNvSpPr/>
            <p:nvPr/>
          </p:nvSpPr>
          <p:spPr>
            <a:xfrm>
              <a:off x="10422033" y="6525756"/>
              <a:ext cx="1770380" cy="238760"/>
            </a:xfrm>
            <a:custGeom>
              <a:avLst/>
              <a:gdLst/>
              <a:ahLst/>
              <a:cxnLst/>
              <a:rect l="l" t="t" r="r" b="b"/>
              <a:pathLst>
                <a:path w="1770379" h="238759">
                  <a:moveTo>
                    <a:pt x="265609" y="158991"/>
                  </a:moveTo>
                  <a:lnTo>
                    <a:pt x="355750" y="152399"/>
                  </a:lnTo>
                  <a:lnTo>
                    <a:pt x="449111" y="149072"/>
                  </a:lnTo>
                  <a:lnTo>
                    <a:pt x="734022" y="149072"/>
                  </a:lnTo>
                  <a:lnTo>
                    <a:pt x="849907" y="154025"/>
                  </a:lnTo>
                  <a:lnTo>
                    <a:pt x="912712" y="158991"/>
                  </a:lnTo>
                  <a:lnTo>
                    <a:pt x="956178" y="163956"/>
                  </a:lnTo>
                  <a:lnTo>
                    <a:pt x="1009307" y="173926"/>
                  </a:lnTo>
                  <a:lnTo>
                    <a:pt x="1023796" y="178879"/>
                  </a:lnTo>
                  <a:lnTo>
                    <a:pt x="1463232" y="178879"/>
                  </a:lnTo>
                  <a:lnTo>
                    <a:pt x="1419766" y="178879"/>
                  </a:lnTo>
                  <a:lnTo>
                    <a:pt x="1357011" y="183845"/>
                  </a:lnTo>
                  <a:lnTo>
                    <a:pt x="1236263" y="188810"/>
                  </a:lnTo>
                  <a:lnTo>
                    <a:pt x="1072063" y="203746"/>
                  </a:lnTo>
                  <a:lnTo>
                    <a:pt x="874071" y="218617"/>
                  </a:lnTo>
                  <a:lnTo>
                    <a:pt x="656778" y="228599"/>
                  </a:lnTo>
                  <a:lnTo>
                    <a:pt x="487764" y="238518"/>
                  </a:lnTo>
                  <a:lnTo>
                    <a:pt x="72431" y="238518"/>
                  </a:lnTo>
                  <a:lnTo>
                    <a:pt x="53129" y="233552"/>
                  </a:lnTo>
                  <a:lnTo>
                    <a:pt x="33790" y="223634"/>
                  </a:lnTo>
                  <a:lnTo>
                    <a:pt x="19301" y="213664"/>
                  </a:lnTo>
                  <a:lnTo>
                    <a:pt x="9675" y="203746"/>
                  </a:lnTo>
                  <a:lnTo>
                    <a:pt x="0" y="193814"/>
                  </a:lnTo>
                  <a:lnTo>
                    <a:pt x="0" y="188810"/>
                  </a:lnTo>
                  <a:lnTo>
                    <a:pt x="9675" y="183845"/>
                  </a:lnTo>
                  <a:lnTo>
                    <a:pt x="38652" y="173926"/>
                  </a:lnTo>
                  <a:lnTo>
                    <a:pt x="82106" y="163956"/>
                  </a:lnTo>
                  <a:lnTo>
                    <a:pt x="164213" y="149072"/>
                  </a:lnTo>
                  <a:lnTo>
                    <a:pt x="304262" y="124218"/>
                  </a:lnTo>
                  <a:lnTo>
                    <a:pt x="463600" y="94399"/>
                  </a:lnTo>
                  <a:lnTo>
                    <a:pt x="637427" y="69545"/>
                  </a:lnTo>
                  <a:lnTo>
                    <a:pt x="796827" y="49656"/>
                  </a:lnTo>
                  <a:lnTo>
                    <a:pt x="907899" y="34772"/>
                  </a:lnTo>
                  <a:lnTo>
                    <a:pt x="999632" y="29806"/>
                  </a:lnTo>
                  <a:lnTo>
                    <a:pt x="1096215" y="19837"/>
                  </a:lnTo>
                  <a:lnTo>
                    <a:pt x="1187997" y="9918"/>
                  </a:lnTo>
                  <a:lnTo>
                    <a:pt x="1284543" y="4952"/>
                  </a:lnTo>
                  <a:lnTo>
                    <a:pt x="1400477" y="0"/>
                  </a:lnTo>
                  <a:lnTo>
                    <a:pt x="1769967" y="0"/>
                  </a:lnTo>
                </a:path>
              </a:pathLst>
            </a:custGeom>
            <a:ln w="22786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504698"/>
            <a:ext cx="645033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 spc="-225"/>
              <a:t>Objectives,</a:t>
            </a:r>
            <a:r>
              <a:rPr dirty="0" sz="2950" spc="-295"/>
              <a:t> </a:t>
            </a:r>
            <a:r>
              <a:rPr dirty="0" sz="2950" spc="-165"/>
              <a:t>Dataset</a:t>
            </a:r>
            <a:r>
              <a:rPr dirty="0" sz="2950" spc="-290"/>
              <a:t> </a:t>
            </a:r>
            <a:r>
              <a:rPr dirty="0" sz="2950" spc="-345"/>
              <a:t>&amp;</a:t>
            </a:r>
            <a:r>
              <a:rPr dirty="0" sz="2950" spc="-295"/>
              <a:t> </a:t>
            </a:r>
            <a:r>
              <a:rPr dirty="0" sz="2950" spc="-215"/>
              <a:t>Technologies</a:t>
            </a:r>
            <a:endParaRPr sz="2950"/>
          </a:p>
        </p:txBody>
      </p:sp>
      <p:sp>
        <p:nvSpPr>
          <p:cNvPr id="3" name="object 3"/>
          <p:cNvSpPr/>
          <p:nvPr/>
        </p:nvSpPr>
        <p:spPr>
          <a:xfrm>
            <a:off x="657225" y="1914525"/>
            <a:ext cx="5257800" cy="19050"/>
          </a:xfrm>
          <a:custGeom>
            <a:avLst/>
            <a:gdLst/>
            <a:ahLst/>
            <a:cxnLst/>
            <a:rect l="l" t="t" r="r" b="b"/>
            <a:pathLst>
              <a:path w="5257800" h="19050">
                <a:moveTo>
                  <a:pt x="5257800" y="0"/>
                </a:moveTo>
                <a:lnTo>
                  <a:pt x="0" y="0"/>
                </a:lnTo>
                <a:lnTo>
                  <a:pt x="0" y="19050"/>
                </a:lnTo>
                <a:lnTo>
                  <a:pt x="5257800" y="19050"/>
                </a:lnTo>
                <a:lnTo>
                  <a:pt x="525780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57225" y="3076575"/>
            <a:ext cx="5257800" cy="19050"/>
          </a:xfrm>
          <a:custGeom>
            <a:avLst/>
            <a:gdLst/>
            <a:ahLst/>
            <a:cxnLst/>
            <a:rect l="l" t="t" r="r" b="b"/>
            <a:pathLst>
              <a:path w="5257800" h="19050">
                <a:moveTo>
                  <a:pt x="5257800" y="0"/>
                </a:moveTo>
                <a:lnTo>
                  <a:pt x="0" y="0"/>
                </a:lnTo>
                <a:lnTo>
                  <a:pt x="0" y="19050"/>
                </a:lnTo>
                <a:lnTo>
                  <a:pt x="5257800" y="19050"/>
                </a:lnTo>
                <a:lnTo>
                  <a:pt x="525780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57225" y="4229100"/>
            <a:ext cx="5257800" cy="19050"/>
          </a:xfrm>
          <a:custGeom>
            <a:avLst/>
            <a:gdLst/>
            <a:ahLst/>
            <a:cxnLst/>
            <a:rect l="l" t="t" r="r" b="b"/>
            <a:pathLst>
              <a:path w="5257800" h="19050">
                <a:moveTo>
                  <a:pt x="5257800" y="0"/>
                </a:moveTo>
                <a:lnTo>
                  <a:pt x="0" y="0"/>
                </a:lnTo>
                <a:lnTo>
                  <a:pt x="0" y="19050"/>
                </a:lnTo>
                <a:lnTo>
                  <a:pt x="5257800" y="19050"/>
                </a:lnTo>
                <a:lnTo>
                  <a:pt x="525780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7225" y="5391150"/>
            <a:ext cx="5257800" cy="19050"/>
          </a:xfrm>
          <a:custGeom>
            <a:avLst/>
            <a:gdLst/>
            <a:ahLst/>
            <a:cxnLst/>
            <a:rect l="l" t="t" r="r" b="b"/>
            <a:pathLst>
              <a:path w="5257800" h="19050">
                <a:moveTo>
                  <a:pt x="5257800" y="0"/>
                </a:moveTo>
                <a:lnTo>
                  <a:pt x="0" y="0"/>
                </a:lnTo>
                <a:lnTo>
                  <a:pt x="0" y="19050"/>
                </a:lnTo>
                <a:lnTo>
                  <a:pt x="5257800" y="19050"/>
                </a:lnTo>
                <a:lnTo>
                  <a:pt x="525780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48840" y="1293749"/>
            <a:ext cx="2366645" cy="4779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0">
                <a:solidFill>
                  <a:srgbClr val="373B48"/>
                </a:solidFill>
                <a:latin typeface="Arial Black"/>
                <a:cs typeface="Arial Black"/>
              </a:rPr>
              <a:t>Project</a:t>
            </a:r>
            <a:r>
              <a:rPr dirty="0" sz="1450" spc="-11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450" spc="-10">
                <a:solidFill>
                  <a:srgbClr val="373B48"/>
                </a:solidFill>
                <a:latin typeface="Arial Black"/>
                <a:cs typeface="Arial Black"/>
              </a:rPr>
              <a:t>Objectives</a:t>
            </a:r>
            <a:endParaRPr sz="14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 spc="-25">
                <a:solidFill>
                  <a:srgbClr val="51586B"/>
                </a:solidFill>
                <a:latin typeface="Arial MT"/>
                <a:cs typeface="Arial MT"/>
              </a:rPr>
              <a:t>01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50" spc="-95">
                <a:solidFill>
                  <a:srgbClr val="51586B"/>
                </a:solidFill>
                <a:latin typeface="Arial Black"/>
                <a:cs typeface="Arial Black"/>
              </a:rPr>
              <a:t>Collect </a:t>
            </a:r>
            <a:r>
              <a:rPr dirty="0" sz="1450" spc="-20">
                <a:solidFill>
                  <a:srgbClr val="51586B"/>
                </a:solidFill>
                <a:latin typeface="Arial Black"/>
                <a:cs typeface="Arial Black"/>
              </a:rPr>
              <a:t>Data</a:t>
            </a:r>
            <a:endParaRPr sz="14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Historical</a:t>
            </a:r>
            <a:r>
              <a:rPr dirty="0" sz="1200" spc="3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gold</a:t>
            </a:r>
            <a:r>
              <a:rPr dirty="0" sz="1200" spc="3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price</a:t>
            </a:r>
            <a:r>
              <a:rPr dirty="0" sz="120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dataset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solidFill>
                  <a:srgbClr val="51586B"/>
                </a:solidFill>
                <a:latin typeface="Arial MT"/>
                <a:cs typeface="Arial MT"/>
              </a:rPr>
              <a:t>02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50" spc="-10">
                <a:solidFill>
                  <a:srgbClr val="51586B"/>
                </a:solidFill>
                <a:latin typeface="Arial Black"/>
                <a:cs typeface="Arial Black"/>
              </a:rPr>
              <a:t>Preprocess</a:t>
            </a:r>
            <a:endParaRPr sz="14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Clean</a:t>
            </a:r>
            <a:r>
              <a:rPr dirty="0" sz="1200" spc="-6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and</a:t>
            </a:r>
            <a:r>
              <a:rPr dirty="0" sz="1200" spc="-6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prepare</a:t>
            </a:r>
            <a:r>
              <a:rPr dirty="0" sz="1200" spc="-6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features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51586B"/>
                </a:solidFill>
                <a:latin typeface="Arial MT"/>
                <a:cs typeface="Arial MT"/>
              </a:rPr>
              <a:t>03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50" spc="-10">
                <a:solidFill>
                  <a:srgbClr val="51586B"/>
                </a:solidFill>
                <a:latin typeface="Arial Black"/>
                <a:cs typeface="Arial Black"/>
              </a:rPr>
              <a:t>Analyze</a:t>
            </a:r>
            <a:endParaRPr sz="14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Explore</a:t>
            </a:r>
            <a:r>
              <a:rPr dirty="0" sz="1200" spc="-6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feature</a:t>
            </a:r>
            <a:r>
              <a:rPr dirty="0" sz="1200" spc="-6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relationships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200" spc="45">
                <a:solidFill>
                  <a:srgbClr val="51586B"/>
                </a:solidFill>
                <a:latin typeface="Arial MT"/>
                <a:cs typeface="Arial MT"/>
              </a:rPr>
              <a:t>04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50" spc="-110">
                <a:solidFill>
                  <a:srgbClr val="51586B"/>
                </a:solidFill>
                <a:latin typeface="Arial Black"/>
                <a:cs typeface="Arial Black"/>
              </a:rPr>
              <a:t>Train</a:t>
            </a:r>
            <a:r>
              <a:rPr dirty="0" sz="1450" spc="-13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450" spc="-150">
                <a:solidFill>
                  <a:srgbClr val="51586B"/>
                </a:solidFill>
                <a:latin typeface="Arial Black"/>
                <a:cs typeface="Arial Black"/>
              </a:rPr>
              <a:t>&amp;</a:t>
            </a:r>
            <a:r>
              <a:rPr dirty="0" sz="1450" spc="-13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Arial Black"/>
                <a:cs typeface="Arial Black"/>
              </a:rPr>
              <a:t>Predict</a:t>
            </a:r>
            <a:endParaRPr sz="14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Build</a:t>
            </a:r>
            <a:r>
              <a:rPr dirty="0" sz="1200" spc="-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65">
                <a:solidFill>
                  <a:srgbClr val="51586B"/>
                </a:solidFill>
                <a:latin typeface="Tahoma"/>
                <a:cs typeface="Tahoma"/>
              </a:rPr>
              <a:t>ML</a:t>
            </a:r>
            <a:r>
              <a:rPr dirty="0" sz="1200" spc="-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model,</a:t>
            </a:r>
            <a:r>
              <a:rPr dirty="0" sz="1200" spc="-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evaluate</a:t>
            </a:r>
            <a:r>
              <a:rPr dirty="0" sz="1200" spc="-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accuracy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10164" y="2366775"/>
            <a:ext cx="330835" cy="330835"/>
          </a:xfrm>
          <a:custGeom>
            <a:avLst/>
            <a:gdLst/>
            <a:ahLst/>
            <a:cxnLst/>
            <a:rect l="l" t="t" r="r" b="b"/>
            <a:pathLst>
              <a:path w="330834" h="330835">
                <a:moveTo>
                  <a:pt x="285250" y="84388"/>
                </a:moveTo>
                <a:lnTo>
                  <a:pt x="255646" y="84388"/>
                </a:lnTo>
                <a:lnTo>
                  <a:pt x="255630" y="119465"/>
                </a:lnTo>
                <a:lnTo>
                  <a:pt x="251636" y="138672"/>
                </a:lnTo>
                <a:lnTo>
                  <a:pt x="240841" y="154608"/>
                </a:lnTo>
                <a:lnTo>
                  <a:pt x="225117" y="165450"/>
                </a:lnTo>
                <a:lnTo>
                  <a:pt x="206319" y="169452"/>
                </a:lnTo>
                <a:lnTo>
                  <a:pt x="127465" y="169452"/>
                </a:lnTo>
                <a:lnTo>
                  <a:pt x="112213" y="172674"/>
                </a:lnTo>
                <a:lnTo>
                  <a:pt x="99673" y="181382"/>
                </a:lnTo>
                <a:lnTo>
                  <a:pt x="91173" y="194147"/>
                </a:lnTo>
                <a:lnTo>
                  <a:pt x="88044" y="209534"/>
                </a:lnTo>
                <a:lnTo>
                  <a:pt x="88044" y="284705"/>
                </a:lnTo>
                <a:lnTo>
                  <a:pt x="112524" y="318952"/>
                </a:lnTo>
                <a:lnTo>
                  <a:pt x="165040" y="330768"/>
                </a:lnTo>
                <a:lnTo>
                  <a:pt x="184895" y="329458"/>
                </a:lnTo>
                <a:lnTo>
                  <a:pt x="206319" y="324786"/>
                </a:lnTo>
                <a:lnTo>
                  <a:pt x="220860" y="319293"/>
                </a:lnTo>
                <a:lnTo>
                  <a:pt x="233485" y="311113"/>
                </a:lnTo>
                <a:lnTo>
                  <a:pt x="238501" y="304707"/>
                </a:lnTo>
                <a:lnTo>
                  <a:pt x="203144" y="304707"/>
                </a:lnTo>
                <a:lnTo>
                  <a:pt x="196501" y="297989"/>
                </a:lnTo>
                <a:lnTo>
                  <a:pt x="196502" y="281378"/>
                </a:lnTo>
                <a:lnTo>
                  <a:pt x="203144" y="274659"/>
                </a:lnTo>
                <a:lnTo>
                  <a:pt x="245753" y="274659"/>
                </a:lnTo>
                <a:lnTo>
                  <a:pt x="245753" y="254644"/>
                </a:lnTo>
                <a:lnTo>
                  <a:pt x="166975" y="254644"/>
                </a:lnTo>
                <a:lnTo>
                  <a:pt x="166975" y="244611"/>
                </a:lnTo>
                <a:lnTo>
                  <a:pt x="285250" y="244611"/>
                </a:lnTo>
                <a:lnTo>
                  <a:pt x="299977" y="241732"/>
                </a:lnTo>
                <a:lnTo>
                  <a:pt x="324683" y="204593"/>
                </a:lnTo>
                <a:lnTo>
                  <a:pt x="330746" y="167100"/>
                </a:lnTo>
                <a:lnTo>
                  <a:pt x="329251" y="147754"/>
                </a:lnTo>
                <a:lnTo>
                  <a:pt x="329179" y="146818"/>
                </a:lnTo>
                <a:lnTo>
                  <a:pt x="324683" y="124406"/>
                </a:lnTo>
                <a:lnTo>
                  <a:pt x="319351" y="108530"/>
                </a:lnTo>
                <a:lnTo>
                  <a:pt x="311444" y="95843"/>
                </a:lnTo>
                <a:lnTo>
                  <a:pt x="300298" y="87433"/>
                </a:lnTo>
                <a:lnTo>
                  <a:pt x="285250" y="84388"/>
                </a:lnTo>
                <a:close/>
              </a:path>
              <a:path w="330834" h="330835">
                <a:moveTo>
                  <a:pt x="245753" y="274659"/>
                </a:moveTo>
                <a:lnTo>
                  <a:pt x="219464" y="274659"/>
                </a:lnTo>
                <a:lnTo>
                  <a:pt x="226106" y="281378"/>
                </a:lnTo>
                <a:lnTo>
                  <a:pt x="226106" y="297989"/>
                </a:lnTo>
                <a:lnTo>
                  <a:pt x="219464" y="304707"/>
                </a:lnTo>
                <a:lnTo>
                  <a:pt x="238501" y="304707"/>
                </a:lnTo>
                <a:lnTo>
                  <a:pt x="242385" y="299749"/>
                </a:lnTo>
                <a:lnTo>
                  <a:pt x="245753" y="284705"/>
                </a:lnTo>
                <a:lnTo>
                  <a:pt x="245753" y="274659"/>
                </a:lnTo>
                <a:close/>
              </a:path>
              <a:path w="330834" h="330835">
                <a:moveTo>
                  <a:pt x="162257" y="0"/>
                </a:moveTo>
                <a:lnTo>
                  <a:pt x="123858" y="3248"/>
                </a:lnTo>
                <a:lnTo>
                  <a:pt x="85893" y="29088"/>
                </a:lnTo>
                <a:lnTo>
                  <a:pt x="84425" y="44294"/>
                </a:lnTo>
                <a:lnTo>
                  <a:pt x="84425" y="74342"/>
                </a:lnTo>
                <a:lnTo>
                  <a:pt x="163355" y="74342"/>
                </a:lnTo>
                <a:lnTo>
                  <a:pt x="163355" y="84388"/>
                </a:lnTo>
                <a:lnTo>
                  <a:pt x="54821" y="84388"/>
                </a:lnTo>
                <a:lnTo>
                  <a:pt x="38311" y="86956"/>
                </a:lnTo>
                <a:lnTo>
                  <a:pt x="5494" y="124406"/>
                </a:lnTo>
                <a:lnTo>
                  <a:pt x="0" y="163543"/>
                </a:lnTo>
                <a:lnTo>
                  <a:pt x="67" y="165450"/>
                </a:lnTo>
                <a:lnTo>
                  <a:pt x="5494" y="204593"/>
                </a:lnTo>
                <a:lnTo>
                  <a:pt x="32120" y="241732"/>
                </a:lnTo>
                <a:lnTo>
                  <a:pt x="32468" y="241732"/>
                </a:lnTo>
                <a:lnTo>
                  <a:pt x="47430" y="244611"/>
                </a:lnTo>
                <a:lnTo>
                  <a:pt x="74531" y="244611"/>
                </a:lnTo>
                <a:lnTo>
                  <a:pt x="74531" y="208581"/>
                </a:lnTo>
                <a:lnTo>
                  <a:pt x="78469" y="189925"/>
                </a:lnTo>
                <a:lnTo>
                  <a:pt x="89141" y="174291"/>
                </a:lnTo>
                <a:lnTo>
                  <a:pt x="104841" y="163543"/>
                </a:lnTo>
                <a:lnTo>
                  <a:pt x="123858" y="159546"/>
                </a:lnTo>
                <a:lnTo>
                  <a:pt x="202713" y="159546"/>
                </a:lnTo>
                <a:lnTo>
                  <a:pt x="218120" y="156377"/>
                </a:lnTo>
                <a:lnTo>
                  <a:pt x="230643" y="147754"/>
                </a:lnTo>
                <a:lnTo>
                  <a:pt x="239056" y="135008"/>
                </a:lnTo>
                <a:lnTo>
                  <a:pt x="242133" y="119465"/>
                </a:lnTo>
                <a:lnTo>
                  <a:pt x="242133" y="54263"/>
                </a:lnTo>
                <a:lnTo>
                  <a:pt x="110714" y="54263"/>
                </a:lnTo>
                <a:lnTo>
                  <a:pt x="104059" y="47545"/>
                </a:lnTo>
                <a:lnTo>
                  <a:pt x="104135" y="31010"/>
                </a:lnTo>
                <a:lnTo>
                  <a:pt x="105744" y="29291"/>
                </a:lnTo>
                <a:lnTo>
                  <a:pt x="110714" y="24215"/>
                </a:lnTo>
                <a:lnTo>
                  <a:pt x="235453" y="24215"/>
                </a:lnTo>
                <a:lnTo>
                  <a:pt x="230453" y="17029"/>
                </a:lnTo>
                <a:lnTo>
                  <a:pt x="217905" y="8103"/>
                </a:lnTo>
                <a:lnTo>
                  <a:pt x="202947" y="3248"/>
                </a:lnTo>
                <a:lnTo>
                  <a:pt x="203348" y="3248"/>
                </a:lnTo>
                <a:lnTo>
                  <a:pt x="183363" y="850"/>
                </a:lnTo>
                <a:lnTo>
                  <a:pt x="185132" y="850"/>
                </a:lnTo>
                <a:lnTo>
                  <a:pt x="162257" y="0"/>
                </a:lnTo>
                <a:close/>
              </a:path>
              <a:path w="330834" h="330835">
                <a:moveTo>
                  <a:pt x="235453" y="24215"/>
                </a:moveTo>
                <a:lnTo>
                  <a:pt x="127033" y="24215"/>
                </a:lnTo>
                <a:lnTo>
                  <a:pt x="133752" y="31010"/>
                </a:lnTo>
                <a:lnTo>
                  <a:pt x="133752" y="47545"/>
                </a:lnTo>
                <a:lnTo>
                  <a:pt x="127097" y="54263"/>
                </a:lnTo>
                <a:lnTo>
                  <a:pt x="242133" y="54263"/>
                </a:lnTo>
                <a:lnTo>
                  <a:pt x="242133" y="44294"/>
                </a:lnTo>
                <a:lnTo>
                  <a:pt x="238985" y="29291"/>
                </a:lnTo>
                <a:lnTo>
                  <a:pt x="235453" y="24215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6305378" y="3144409"/>
            <a:ext cx="340360" cy="394970"/>
            <a:chOff x="6305378" y="3144409"/>
            <a:chExt cx="340360" cy="394970"/>
          </a:xfrm>
        </p:grpSpPr>
        <p:sp>
          <p:nvSpPr>
            <p:cNvPr id="10" name="object 10"/>
            <p:cNvSpPr/>
            <p:nvPr/>
          </p:nvSpPr>
          <p:spPr>
            <a:xfrm>
              <a:off x="6368973" y="3306444"/>
              <a:ext cx="268605" cy="222885"/>
            </a:xfrm>
            <a:custGeom>
              <a:avLst/>
              <a:gdLst/>
              <a:ahLst/>
              <a:cxnLst/>
              <a:rect l="l" t="t" r="r" b="b"/>
              <a:pathLst>
                <a:path w="268604" h="222885">
                  <a:moveTo>
                    <a:pt x="266890" y="92621"/>
                  </a:moveTo>
                  <a:lnTo>
                    <a:pt x="234048" y="112928"/>
                  </a:lnTo>
                  <a:lnTo>
                    <a:pt x="190322" y="126136"/>
                  </a:lnTo>
                  <a:lnTo>
                    <a:pt x="163336" y="130281"/>
                  </a:lnTo>
                  <a:lnTo>
                    <a:pt x="154876" y="131343"/>
                  </a:lnTo>
                </a:path>
                <a:path w="268604" h="222885">
                  <a:moveTo>
                    <a:pt x="267335" y="0"/>
                  </a:moveTo>
                  <a:lnTo>
                    <a:pt x="229577" y="23558"/>
                  </a:lnTo>
                  <a:lnTo>
                    <a:pt x="192256" y="34206"/>
                  </a:lnTo>
                  <a:lnTo>
                    <a:pt x="145969" y="40659"/>
                  </a:lnTo>
                  <a:lnTo>
                    <a:pt x="132130" y="41833"/>
                  </a:lnTo>
                  <a:lnTo>
                    <a:pt x="122809" y="42202"/>
                  </a:lnTo>
                </a:path>
                <a:path w="268604" h="222885">
                  <a:moveTo>
                    <a:pt x="87439" y="42138"/>
                  </a:moveTo>
                  <a:lnTo>
                    <a:pt x="68633" y="40606"/>
                  </a:lnTo>
                  <a:lnTo>
                    <a:pt x="51127" y="38747"/>
                  </a:lnTo>
                  <a:lnTo>
                    <a:pt x="34625" y="36527"/>
                  </a:lnTo>
                  <a:lnTo>
                    <a:pt x="18834" y="33909"/>
                  </a:lnTo>
                  <a:lnTo>
                    <a:pt x="0" y="29057"/>
                  </a:lnTo>
                </a:path>
                <a:path w="268604" h="222885">
                  <a:moveTo>
                    <a:pt x="268287" y="160553"/>
                  </a:moveTo>
                  <a:lnTo>
                    <a:pt x="248428" y="194868"/>
                  </a:lnTo>
                  <a:lnTo>
                    <a:pt x="206108" y="212413"/>
                  </a:lnTo>
                  <a:lnTo>
                    <a:pt x="168191" y="220113"/>
                  </a:lnTo>
                  <a:lnTo>
                    <a:pt x="157619" y="221640"/>
                  </a:lnTo>
                  <a:lnTo>
                    <a:pt x="145122" y="222821"/>
                  </a:lnTo>
                </a:path>
              </a:pathLst>
            </a:custGeom>
            <a:ln w="16750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5505" y="3435051"/>
              <a:ext cx="117119" cy="10006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313754" y="3152784"/>
              <a:ext cx="323850" cy="378460"/>
            </a:xfrm>
            <a:custGeom>
              <a:avLst/>
              <a:gdLst/>
              <a:ahLst/>
              <a:cxnLst/>
              <a:rect l="l" t="t" r="r" b="b"/>
              <a:pathLst>
                <a:path w="323850" h="378460">
                  <a:moveTo>
                    <a:pt x="152" y="79936"/>
                  </a:moveTo>
                  <a:lnTo>
                    <a:pt x="242" y="69520"/>
                  </a:lnTo>
                  <a:lnTo>
                    <a:pt x="257" y="60172"/>
                  </a:lnTo>
                  <a:lnTo>
                    <a:pt x="352" y="52458"/>
                  </a:lnTo>
                  <a:lnTo>
                    <a:pt x="29072" y="20726"/>
                  </a:lnTo>
                  <a:lnTo>
                    <a:pt x="65676" y="8969"/>
                  </a:lnTo>
                  <a:lnTo>
                    <a:pt x="105486" y="2773"/>
                  </a:lnTo>
                  <a:lnTo>
                    <a:pt x="151269" y="88"/>
                  </a:lnTo>
                  <a:lnTo>
                    <a:pt x="166169" y="0"/>
                  </a:lnTo>
                  <a:lnTo>
                    <a:pt x="180770" y="239"/>
                  </a:lnTo>
                  <a:lnTo>
                    <a:pt x="221349" y="3080"/>
                  </a:lnTo>
                  <a:lnTo>
                    <a:pt x="260567" y="9741"/>
                  </a:lnTo>
                  <a:lnTo>
                    <a:pt x="299504" y="23104"/>
                  </a:lnTo>
                  <a:lnTo>
                    <a:pt x="323286" y="60944"/>
                  </a:lnTo>
                  <a:lnTo>
                    <a:pt x="323409" y="72974"/>
                  </a:lnTo>
                  <a:lnTo>
                    <a:pt x="323469" y="88661"/>
                  </a:lnTo>
                </a:path>
                <a:path w="323850" h="378460">
                  <a:moveTo>
                    <a:pt x="323469" y="245316"/>
                  </a:moveTo>
                  <a:lnTo>
                    <a:pt x="323507" y="314213"/>
                  </a:lnTo>
                </a:path>
                <a:path w="323850" h="378460">
                  <a:moveTo>
                    <a:pt x="323456" y="152936"/>
                  </a:moveTo>
                  <a:lnTo>
                    <a:pt x="322110" y="246281"/>
                  </a:lnTo>
                </a:path>
                <a:path w="323850" h="378460">
                  <a:moveTo>
                    <a:pt x="323443" y="64366"/>
                  </a:moveTo>
                  <a:lnTo>
                    <a:pt x="307767" y="75635"/>
                  </a:lnTo>
                  <a:lnTo>
                    <a:pt x="291049" y="84602"/>
                  </a:lnTo>
                  <a:lnTo>
                    <a:pt x="273287" y="91271"/>
                  </a:lnTo>
                  <a:lnTo>
                    <a:pt x="254482" y="95646"/>
                  </a:lnTo>
                </a:path>
                <a:path w="323850" h="378460">
                  <a:moveTo>
                    <a:pt x="210096" y="285003"/>
                  </a:moveTo>
                  <a:lnTo>
                    <a:pt x="175754" y="286977"/>
                  </a:lnTo>
                  <a:lnTo>
                    <a:pt x="141406" y="286826"/>
                  </a:lnTo>
                  <a:lnTo>
                    <a:pt x="107056" y="284160"/>
                  </a:lnTo>
                  <a:lnTo>
                    <a:pt x="72707" y="278590"/>
                  </a:lnTo>
                </a:path>
                <a:path w="323850" h="378460">
                  <a:moveTo>
                    <a:pt x="72771" y="278158"/>
                  </a:moveTo>
                  <a:lnTo>
                    <a:pt x="52735" y="273734"/>
                  </a:lnTo>
                  <a:lnTo>
                    <a:pt x="33928" y="266650"/>
                  </a:lnTo>
                  <a:lnTo>
                    <a:pt x="16349" y="256907"/>
                  </a:lnTo>
                  <a:lnTo>
                    <a:pt x="0" y="244503"/>
                  </a:lnTo>
                </a:path>
                <a:path w="323850" h="378460">
                  <a:moveTo>
                    <a:pt x="200342" y="376481"/>
                  </a:moveTo>
                  <a:lnTo>
                    <a:pt x="175388" y="377796"/>
                  </a:lnTo>
                  <a:lnTo>
                    <a:pt x="150442" y="377899"/>
                  </a:lnTo>
                  <a:lnTo>
                    <a:pt x="125484" y="376662"/>
                  </a:lnTo>
                  <a:lnTo>
                    <a:pt x="100495" y="373954"/>
                  </a:lnTo>
                </a:path>
                <a:path w="323850" h="378460">
                  <a:moveTo>
                    <a:pt x="127" y="290642"/>
                  </a:moveTo>
                  <a:lnTo>
                    <a:pt x="152" y="79936"/>
                  </a:lnTo>
                </a:path>
                <a:path w="323850" h="378460">
                  <a:moveTo>
                    <a:pt x="178028" y="195862"/>
                  </a:moveTo>
                  <a:lnTo>
                    <a:pt x="142659" y="195799"/>
                  </a:lnTo>
                </a:path>
                <a:path w="323850" h="378460">
                  <a:moveTo>
                    <a:pt x="323469" y="88661"/>
                  </a:moveTo>
                  <a:lnTo>
                    <a:pt x="322554" y="153660"/>
                  </a:lnTo>
                </a:path>
                <a:path w="323850" h="378460">
                  <a:moveTo>
                    <a:pt x="55257" y="182540"/>
                  </a:moveTo>
                  <a:lnTo>
                    <a:pt x="40120" y="177751"/>
                  </a:lnTo>
                  <a:lnTo>
                    <a:pt x="25911" y="171234"/>
                  </a:lnTo>
                  <a:lnTo>
                    <a:pt x="12630" y="162987"/>
                  </a:lnTo>
                  <a:lnTo>
                    <a:pt x="279" y="153012"/>
                  </a:lnTo>
                </a:path>
                <a:path w="323850" h="378460">
                  <a:moveTo>
                    <a:pt x="254533" y="95926"/>
                  </a:moveTo>
                  <a:lnTo>
                    <a:pt x="209242" y="103106"/>
                  </a:lnTo>
                  <a:lnTo>
                    <a:pt x="163953" y="105794"/>
                  </a:lnTo>
                  <a:lnTo>
                    <a:pt x="118669" y="103852"/>
                  </a:lnTo>
                  <a:lnTo>
                    <a:pt x="73393" y="97145"/>
                  </a:lnTo>
                </a:path>
                <a:path w="323850" h="378460">
                  <a:moveTo>
                    <a:pt x="73444" y="96840"/>
                  </a:moveTo>
                  <a:lnTo>
                    <a:pt x="53692" y="92494"/>
                  </a:lnTo>
                  <a:lnTo>
                    <a:pt x="34899" y="85877"/>
                  </a:lnTo>
                  <a:lnTo>
                    <a:pt x="17069" y="76988"/>
                  </a:lnTo>
                  <a:lnTo>
                    <a:pt x="203" y="65827"/>
                  </a:lnTo>
                </a:path>
              </a:pathLst>
            </a:custGeom>
            <a:ln w="16750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6277990" y="3988649"/>
            <a:ext cx="386715" cy="344805"/>
            <a:chOff x="6277990" y="3988649"/>
            <a:chExt cx="386715" cy="34480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3819" y="4133506"/>
              <a:ext cx="69762" cy="6433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286500" y="3997159"/>
              <a:ext cx="378460" cy="327660"/>
            </a:xfrm>
            <a:custGeom>
              <a:avLst/>
              <a:gdLst/>
              <a:ahLst/>
              <a:cxnLst/>
              <a:rect l="l" t="t" r="r" b="b"/>
              <a:pathLst>
                <a:path w="378459" h="327660">
                  <a:moveTo>
                    <a:pt x="203" y="0"/>
                  </a:moveTo>
                  <a:lnTo>
                    <a:pt x="0" y="327520"/>
                  </a:lnTo>
                </a:path>
                <a:path w="378459" h="327660">
                  <a:moveTo>
                    <a:pt x="378028" y="327545"/>
                  </a:moveTo>
                  <a:lnTo>
                    <a:pt x="0" y="327520"/>
                  </a:lnTo>
                </a:path>
              </a:pathLst>
            </a:custGeom>
            <a:ln w="17019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7774" y="4039068"/>
              <a:ext cx="295327" cy="22945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277228" y="1293749"/>
            <a:ext cx="3037205" cy="32359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70">
                <a:solidFill>
                  <a:srgbClr val="373B48"/>
                </a:solidFill>
                <a:latin typeface="Arial Black"/>
                <a:cs typeface="Arial Black"/>
              </a:rPr>
              <a:t>Dataset</a:t>
            </a:r>
            <a:r>
              <a:rPr dirty="0" sz="1450" spc="-14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450" spc="-150">
                <a:solidFill>
                  <a:srgbClr val="373B48"/>
                </a:solidFill>
                <a:latin typeface="Arial Black"/>
                <a:cs typeface="Arial Black"/>
              </a:rPr>
              <a:t>&amp;</a:t>
            </a:r>
            <a:r>
              <a:rPr dirty="0" sz="1450" spc="-14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450" spc="-20">
                <a:solidFill>
                  <a:srgbClr val="373B48"/>
                </a:solidFill>
                <a:latin typeface="Arial Black"/>
                <a:cs typeface="Arial Black"/>
              </a:rPr>
              <a:t>Tools</a:t>
            </a:r>
            <a:endParaRPr sz="1450">
              <a:latin typeface="Arial Black"/>
              <a:cs typeface="Arial Black"/>
            </a:endParaRPr>
          </a:p>
          <a:p>
            <a:pPr marL="12700" marR="5080">
              <a:lnSpc>
                <a:spcPts val="2550"/>
              </a:lnSpc>
              <a:spcBef>
                <a:spcPts val="220"/>
              </a:spcBef>
            </a:pPr>
            <a:r>
              <a:rPr dirty="0" sz="1200" spc="-70" b="1">
                <a:solidFill>
                  <a:srgbClr val="51586B"/>
                </a:solidFill>
                <a:latin typeface="Tahoma"/>
                <a:cs typeface="Tahoma"/>
              </a:rPr>
              <a:t>Source:</a:t>
            </a:r>
            <a:r>
              <a:rPr dirty="0" sz="1200" spc="-10" b="1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Kaggle</a:t>
            </a:r>
            <a:r>
              <a:rPr dirty="0" sz="1200" spc="-3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75" b="1">
                <a:solidFill>
                  <a:srgbClr val="51586B"/>
                </a:solidFill>
                <a:latin typeface="Tahoma"/>
                <a:cs typeface="Tahoma"/>
              </a:rPr>
              <a:t>|</a:t>
            </a:r>
            <a:r>
              <a:rPr dirty="0" sz="1200" spc="-5" b="1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95" b="1">
                <a:solidFill>
                  <a:srgbClr val="51586B"/>
                </a:solidFill>
                <a:latin typeface="Tahoma"/>
                <a:cs typeface="Tahoma"/>
              </a:rPr>
              <a:t>Target:</a:t>
            </a:r>
            <a:r>
              <a:rPr dirty="0" sz="1200" spc="-5" b="1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Gold</a:t>
            </a:r>
            <a:r>
              <a:rPr dirty="0" sz="1200" spc="-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Price</a:t>
            </a:r>
            <a:r>
              <a:rPr dirty="0" sz="1200" spc="-3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1586B"/>
                </a:solidFill>
                <a:latin typeface="Tahoma"/>
                <a:cs typeface="Tahoma"/>
              </a:rPr>
              <a:t>(GLD)</a:t>
            </a:r>
            <a:r>
              <a:rPr dirty="0" sz="1200" spc="50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No</a:t>
            </a:r>
            <a:r>
              <a:rPr dirty="0" sz="1200" spc="-2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missing</a:t>
            </a:r>
            <a:r>
              <a:rPr dirty="0" sz="1200" spc="-1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1586B"/>
                </a:solidFill>
                <a:latin typeface="Tahoma"/>
                <a:cs typeface="Tahoma"/>
              </a:rPr>
              <a:t>values.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Data</a:t>
            </a:r>
            <a:r>
              <a:rPr dirty="0" sz="1200" spc="-1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cleaning</a:t>
            </a:r>
            <a:r>
              <a:rPr dirty="0" sz="1200" spc="-2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performed.</a:t>
            </a:r>
            <a:endParaRPr sz="120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115"/>
              </a:spcBef>
            </a:pPr>
            <a:r>
              <a:rPr dirty="0" sz="1450" spc="-60">
                <a:solidFill>
                  <a:srgbClr val="51586B"/>
                </a:solidFill>
                <a:latin typeface="Arial Black"/>
                <a:cs typeface="Arial Black"/>
              </a:rPr>
              <a:t>Python</a:t>
            </a:r>
            <a:r>
              <a:rPr dirty="0" sz="1450" spc="-14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450" spc="-150">
                <a:solidFill>
                  <a:srgbClr val="51586B"/>
                </a:solidFill>
                <a:latin typeface="Arial Black"/>
                <a:cs typeface="Arial Black"/>
              </a:rPr>
              <a:t>&amp;</a:t>
            </a:r>
            <a:r>
              <a:rPr dirty="0" sz="1450" spc="-14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450" spc="-20">
                <a:solidFill>
                  <a:srgbClr val="51586B"/>
                </a:solidFill>
                <a:latin typeface="Arial Black"/>
                <a:cs typeface="Arial Black"/>
              </a:rPr>
              <a:t>Colab</a:t>
            </a:r>
            <a:endParaRPr sz="1450">
              <a:latin typeface="Arial Black"/>
              <a:cs typeface="Arial Black"/>
            </a:endParaRPr>
          </a:p>
          <a:p>
            <a:pPr marL="541655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Core</a:t>
            </a:r>
            <a:r>
              <a:rPr dirty="0" sz="1200" spc="-2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environment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5"/>
              </a:spcBef>
            </a:pPr>
            <a:r>
              <a:rPr dirty="0" sz="1450" spc="-65">
                <a:solidFill>
                  <a:srgbClr val="51586B"/>
                </a:solidFill>
                <a:latin typeface="Arial Black"/>
                <a:cs typeface="Arial Black"/>
              </a:rPr>
              <a:t>Pandas</a:t>
            </a:r>
            <a:r>
              <a:rPr dirty="0" sz="1450" spc="-13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450" spc="-150">
                <a:solidFill>
                  <a:srgbClr val="51586B"/>
                </a:solidFill>
                <a:latin typeface="Arial Black"/>
                <a:cs typeface="Arial Black"/>
              </a:rPr>
              <a:t>&amp;</a:t>
            </a:r>
            <a:r>
              <a:rPr dirty="0" sz="1450" spc="-14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450" spc="-20">
                <a:solidFill>
                  <a:srgbClr val="51586B"/>
                </a:solidFill>
                <a:latin typeface="Arial Black"/>
                <a:cs typeface="Arial Black"/>
              </a:rPr>
              <a:t>NumPy</a:t>
            </a:r>
            <a:endParaRPr sz="1450">
              <a:latin typeface="Arial Black"/>
              <a:cs typeface="Arial Black"/>
            </a:endParaRPr>
          </a:p>
          <a:p>
            <a:pPr marL="541655">
              <a:lnSpc>
                <a:spcPct val="100000"/>
              </a:lnSpc>
              <a:spcBef>
                <a:spcPts val="1135"/>
              </a:spcBef>
            </a:pP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Data</a:t>
            </a:r>
            <a:r>
              <a:rPr dirty="0" sz="1200" spc="-8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manipulation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</a:pPr>
            <a:r>
              <a:rPr dirty="0" sz="1450" spc="-75">
                <a:solidFill>
                  <a:srgbClr val="51586B"/>
                </a:solidFill>
                <a:latin typeface="Arial Black"/>
                <a:cs typeface="Arial Black"/>
              </a:rPr>
              <a:t>Matplotlib</a:t>
            </a:r>
            <a:r>
              <a:rPr dirty="0" sz="1450" spc="-125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450" spc="-150">
                <a:solidFill>
                  <a:srgbClr val="51586B"/>
                </a:solidFill>
                <a:latin typeface="Arial Black"/>
                <a:cs typeface="Arial Black"/>
              </a:rPr>
              <a:t>&amp;</a:t>
            </a:r>
            <a:r>
              <a:rPr dirty="0" sz="1450" spc="-13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Arial Black"/>
                <a:cs typeface="Arial Black"/>
              </a:rPr>
              <a:t>Seaborn</a:t>
            </a:r>
            <a:endParaRPr sz="1450">
              <a:latin typeface="Arial Black"/>
              <a:cs typeface="Arial Black"/>
            </a:endParaRPr>
          </a:p>
          <a:p>
            <a:pPr marL="541655">
              <a:lnSpc>
                <a:spcPct val="100000"/>
              </a:lnSpc>
              <a:spcBef>
                <a:spcPts val="1060"/>
              </a:spcBef>
            </a:pP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Visualization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88410" y="4782650"/>
            <a:ext cx="374650" cy="394970"/>
            <a:chOff x="6288410" y="4782650"/>
            <a:chExt cx="374650" cy="39497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8410" y="4782650"/>
              <a:ext cx="374207" cy="39482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75501" y="4820259"/>
              <a:ext cx="635" cy="317500"/>
            </a:xfrm>
            <a:custGeom>
              <a:avLst/>
              <a:gdLst/>
              <a:ahLst/>
              <a:cxnLst/>
              <a:rect l="l" t="t" r="r" b="b"/>
              <a:pathLst>
                <a:path w="635" h="317500">
                  <a:moveTo>
                    <a:pt x="88" y="0"/>
                  </a:moveTo>
                  <a:lnTo>
                    <a:pt x="0" y="317182"/>
                  </a:lnTo>
                </a:path>
              </a:pathLst>
            </a:custGeom>
            <a:ln w="16747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0661" y="4857224"/>
              <a:ext cx="74430" cy="8216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6165" y="4942340"/>
              <a:ext cx="78951" cy="8942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99098" y="4930241"/>
              <a:ext cx="7620" cy="40640"/>
            </a:xfrm>
            <a:custGeom>
              <a:avLst/>
              <a:gdLst/>
              <a:ahLst/>
              <a:cxnLst/>
              <a:rect l="l" t="t" r="r" b="b"/>
              <a:pathLst>
                <a:path w="7620" h="40639">
                  <a:moveTo>
                    <a:pt x="0" y="0"/>
                  </a:moveTo>
                  <a:lnTo>
                    <a:pt x="7124" y="40347"/>
                  </a:lnTo>
                </a:path>
              </a:pathLst>
            </a:custGeom>
            <a:ln w="16747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806450" y="4779898"/>
            <a:ext cx="1241425" cy="5689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75">
                <a:solidFill>
                  <a:srgbClr val="51586B"/>
                </a:solidFill>
                <a:latin typeface="Arial Black"/>
                <a:cs typeface="Arial Black"/>
              </a:rPr>
              <a:t>Scikit-</a:t>
            </a:r>
            <a:r>
              <a:rPr dirty="0" sz="1450" spc="-20">
                <a:solidFill>
                  <a:srgbClr val="51586B"/>
                </a:solidFill>
                <a:latin typeface="Arial Black"/>
                <a:cs typeface="Arial Black"/>
              </a:rPr>
              <a:t>learn</a:t>
            </a:r>
            <a:endParaRPr sz="14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Machine</a:t>
            </a:r>
            <a:r>
              <a:rPr dirty="0" sz="120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Learning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186857" y="6241310"/>
            <a:ext cx="2022475" cy="586740"/>
            <a:chOff x="10186857" y="6241310"/>
            <a:chExt cx="2022475" cy="586740"/>
          </a:xfrm>
        </p:grpSpPr>
        <p:pic>
          <p:nvPicPr>
            <p:cNvPr id="26" name="object 26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42245" y="6343650"/>
              <a:ext cx="1754504" cy="419100"/>
            </a:xfrm>
            <a:prstGeom prst="rect">
              <a:avLst/>
            </a:prstGeom>
          </p:spPr>
        </p:pic>
        <p:sp>
          <p:nvSpPr>
            <p:cNvPr id="27" name="object 27">
              <a:hlinkClick r:id="rId8"/>
            </p:cNvPr>
            <p:cNvSpPr/>
            <p:nvPr/>
          </p:nvSpPr>
          <p:spPr>
            <a:xfrm>
              <a:off x="10297160" y="6332038"/>
              <a:ext cx="1744345" cy="288290"/>
            </a:xfrm>
            <a:custGeom>
              <a:avLst/>
              <a:gdLst/>
              <a:ahLst/>
              <a:cxnLst/>
              <a:rect l="l" t="t" r="r" b="b"/>
              <a:pathLst>
                <a:path w="1744345" h="288290">
                  <a:moveTo>
                    <a:pt x="0" y="60031"/>
                  </a:moveTo>
                  <a:lnTo>
                    <a:pt x="9080" y="80019"/>
                  </a:lnTo>
                  <a:lnTo>
                    <a:pt x="20446" y="93013"/>
                  </a:lnTo>
                  <a:lnTo>
                    <a:pt x="34035" y="114053"/>
                  </a:lnTo>
                  <a:lnTo>
                    <a:pt x="51104" y="141036"/>
                  </a:lnTo>
                  <a:lnTo>
                    <a:pt x="64693" y="159043"/>
                  </a:lnTo>
                  <a:lnTo>
                    <a:pt x="74917" y="174029"/>
                  </a:lnTo>
                  <a:lnTo>
                    <a:pt x="88557" y="186037"/>
                  </a:lnTo>
                  <a:lnTo>
                    <a:pt x="102146" y="189059"/>
                  </a:lnTo>
                  <a:lnTo>
                    <a:pt x="119214" y="198035"/>
                  </a:lnTo>
                  <a:lnTo>
                    <a:pt x="139649" y="204045"/>
                  </a:lnTo>
                  <a:lnTo>
                    <a:pt x="163461" y="210043"/>
                  </a:lnTo>
                  <a:lnTo>
                    <a:pt x="190703" y="219075"/>
                  </a:lnTo>
                  <a:lnTo>
                    <a:pt x="217982" y="225074"/>
                  </a:lnTo>
                  <a:lnTo>
                    <a:pt x="241795" y="231084"/>
                  </a:lnTo>
                  <a:lnTo>
                    <a:pt x="265658" y="237082"/>
                  </a:lnTo>
                  <a:lnTo>
                    <a:pt x="289471" y="240059"/>
                  </a:lnTo>
                  <a:lnTo>
                    <a:pt x="705002" y="240059"/>
                  </a:lnTo>
                  <a:lnTo>
                    <a:pt x="739089" y="243081"/>
                  </a:lnTo>
                  <a:lnTo>
                    <a:pt x="769746" y="246058"/>
                  </a:lnTo>
                  <a:lnTo>
                    <a:pt x="810577" y="252068"/>
                  </a:lnTo>
                  <a:lnTo>
                    <a:pt x="844651" y="261099"/>
                  </a:lnTo>
                  <a:lnTo>
                    <a:pt x="878738" y="267098"/>
                  </a:lnTo>
                  <a:lnTo>
                    <a:pt x="919568" y="276074"/>
                  </a:lnTo>
                  <a:lnTo>
                    <a:pt x="953642" y="282084"/>
                  </a:lnTo>
                  <a:lnTo>
                    <a:pt x="987678" y="285105"/>
                  </a:lnTo>
                  <a:lnTo>
                    <a:pt x="1021753" y="288082"/>
                  </a:lnTo>
                  <a:lnTo>
                    <a:pt x="1450886" y="288082"/>
                  </a:lnTo>
                  <a:lnTo>
                    <a:pt x="1461096" y="285105"/>
                  </a:lnTo>
                  <a:lnTo>
                    <a:pt x="1471320" y="282084"/>
                  </a:lnTo>
                  <a:lnTo>
                    <a:pt x="1484960" y="279107"/>
                  </a:lnTo>
                  <a:lnTo>
                    <a:pt x="1498549" y="276074"/>
                  </a:lnTo>
                  <a:lnTo>
                    <a:pt x="1546275" y="276074"/>
                  </a:lnTo>
                  <a:lnTo>
                    <a:pt x="1556499" y="273097"/>
                  </a:lnTo>
                  <a:lnTo>
                    <a:pt x="1566722" y="270075"/>
                  </a:lnTo>
                  <a:lnTo>
                    <a:pt x="1573517" y="267098"/>
                  </a:lnTo>
                  <a:lnTo>
                    <a:pt x="1576933" y="261099"/>
                  </a:lnTo>
                  <a:lnTo>
                    <a:pt x="1580311" y="255090"/>
                  </a:lnTo>
                  <a:lnTo>
                    <a:pt x="1580311" y="231084"/>
                  </a:lnTo>
                  <a:lnTo>
                    <a:pt x="1573517" y="222052"/>
                  </a:lnTo>
                  <a:lnTo>
                    <a:pt x="1566722" y="210043"/>
                  </a:lnTo>
                  <a:lnTo>
                    <a:pt x="1553070" y="198035"/>
                  </a:lnTo>
                  <a:lnTo>
                    <a:pt x="1536064" y="189059"/>
                  </a:lnTo>
                  <a:lnTo>
                    <a:pt x="1522412" y="177051"/>
                  </a:lnTo>
                  <a:lnTo>
                    <a:pt x="1501978" y="165053"/>
                  </a:lnTo>
                  <a:lnTo>
                    <a:pt x="1488389" y="156022"/>
                  </a:lnTo>
                  <a:lnTo>
                    <a:pt x="1474736" y="144013"/>
                  </a:lnTo>
                  <a:lnTo>
                    <a:pt x="1461096" y="138014"/>
                  </a:lnTo>
                  <a:lnTo>
                    <a:pt x="1450886" y="135037"/>
                  </a:lnTo>
                  <a:lnTo>
                    <a:pt x="1437284" y="132016"/>
                  </a:lnTo>
                  <a:lnTo>
                    <a:pt x="1427073" y="129039"/>
                  </a:lnTo>
                  <a:lnTo>
                    <a:pt x="1420215" y="126062"/>
                  </a:lnTo>
                  <a:lnTo>
                    <a:pt x="1416850" y="120052"/>
                  </a:lnTo>
                  <a:lnTo>
                    <a:pt x="1413421" y="114053"/>
                  </a:lnTo>
                  <a:lnTo>
                    <a:pt x="1403210" y="108054"/>
                  </a:lnTo>
                  <a:lnTo>
                    <a:pt x="1389608" y="102044"/>
                  </a:lnTo>
                  <a:lnTo>
                    <a:pt x="1375968" y="99023"/>
                  </a:lnTo>
                  <a:lnTo>
                    <a:pt x="1355534" y="96046"/>
                  </a:lnTo>
                  <a:lnTo>
                    <a:pt x="1171625" y="96046"/>
                  </a:lnTo>
                  <a:lnTo>
                    <a:pt x="1154556" y="99023"/>
                  </a:lnTo>
                  <a:lnTo>
                    <a:pt x="1130744" y="102044"/>
                  </a:lnTo>
                  <a:lnTo>
                    <a:pt x="1113739" y="105021"/>
                  </a:lnTo>
                  <a:lnTo>
                    <a:pt x="1096670" y="108054"/>
                  </a:lnTo>
                  <a:lnTo>
                    <a:pt x="1072857" y="108054"/>
                  </a:lnTo>
                  <a:lnTo>
                    <a:pt x="1055839" y="111020"/>
                  </a:lnTo>
                  <a:lnTo>
                    <a:pt x="1031976" y="114053"/>
                  </a:lnTo>
                  <a:lnTo>
                    <a:pt x="1008113" y="117030"/>
                  </a:lnTo>
                  <a:lnTo>
                    <a:pt x="987678" y="120052"/>
                  </a:lnTo>
                  <a:lnTo>
                    <a:pt x="912761" y="120052"/>
                  </a:lnTo>
                  <a:lnTo>
                    <a:pt x="888911" y="123029"/>
                  </a:lnTo>
                  <a:lnTo>
                    <a:pt x="865098" y="126062"/>
                  </a:lnTo>
                  <a:lnTo>
                    <a:pt x="844651" y="129039"/>
                  </a:lnTo>
                  <a:lnTo>
                    <a:pt x="827633" y="132016"/>
                  </a:lnTo>
                  <a:lnTo>
                    <a:pt x="796975" y="132016"/>
                  </a:lnTo>
                  <a:lnTo>
                    <a:pt x="783335" y="135037"/>
                  </a:lnTo>
                  <a:lnTo>
                    <a:pt x="773112" y="138014"/>
                  </a:lnTo>
                  <a:lnTo>
                    <a:pt x="759523" y="141036"/>
                  </a:lnTo>
                  <a:lnTo>
                    <a:pt x="745883" y="144013"/>
                  </a:lnTo>
                  <a:lnTo>
                    <a:pt x="395096" y="144013"/>
                  </a:lnTo>
                  <a:lnTo>
                    <a:pt x="367804" y="141036"/>
                  </a:lnTo>
                  <a:lnTo>
                    <a:pt x="333781" y="138014"/>
                  </a:lnTo>
                  <a:lnTo>
                    <a:pt x="296316" y="135037"/>
                  </a:lnTo>
                  <a:lnTo>
                    <a:pt x="262242" y="132016"/>
                  </a:lnTo>
                  <a:lnTo>
                    <a:pt x="166890" y="132016"/>
                  </a:lnTo>
                  <a:lnTo>
                    <a:pt x="292900" y="132016"/>
                  </a:lnTo>
                  <a:lnTo>
                    <a:pt x="340575" y="129039"/>
                  </a:lnTo>
                  <a:lnTo>
                    <a:pt x="384873" y="126062"/>
                  </a:lnTo>
                  <a:lnTo>
                    <a:pt x="432549" y="123029"/>
                  </a:lnTo>
                  <a:lnTo>
                    <a:pt x="483641" y="120052"/>
                  </a:lnTo>
                  <a:lnTo>
                    <a:pt x="555129" y="120052"/>
                  </a:lnTo>
                  <a:lnTo>
                    <a:pt x="575576" y="117030"/>
                  </a:lnTo>
                  <a:lnTo>
                    <a:pt x="599439" y="114053"/>
                  </a:lnTo>
                  <a:lnTo>
                    <a:pt x="619874" y="111020"/>
                  </a:lnTo>
                  <a:lnTo>
                    <a:pt x="640308" y="105021"/>
                  </a:lnTo>
                  <a:lnTo>
                    <a:pt x="660755" y="102044"/>
                  </a:lnTo>
                  <a:lnTo>
                    <a:pt x="674344" y="99023"/>
                  </a:lnTo>
                  <a:lnTo>
                    <a:pt x="691413" y="96046"/>
                  </a:lnTo>
                  <a:lnTo>
                    <a:pt x="841235" y="96046"/>
                  </a:lnTo>
                  <a:lnTo>
                    <a:pt x="871893" y="93013"/>
                  </a:lnTo>
                  <a:lnTo>
                    <a:pt x="912761" y="90036"/>
                  </a:lnTo>
                  <a:lnTo>
                    <a:pt x="957071" y="87014"/>
                  </a:lnTo>
                  <a:lnTo>
                    <a:pt x="994524" y="84037"/>
                  </a:lnTo>
                  <a:lnTo>
                    <a:pt x="1120533" y="84037"/>
                  </a:lnTo>
                  <a:lnTo>
                    <a:pt x="1137551" y="87014"/>
                  </a:lnTo>
                  <a:lnTo>
                    <a:pt x="1154556" y="90036"/>
                  </a:lnTo>
                  <a:lnTo>
                    <a:pt x="1171625" y="93013"/>
                  </a:lnTo>
                  <a:lnTo>
                    <a:pt x="1188643" y="96046"/>
                  </a:lnTo>
                  <a:lnTo>
                    <a:pt x="1226096" y="96046"/>
                  </a:lnTo>
                  <a:lnTo>
                    <a:pt x="1243114" y="99023"/>
                  </a:lnTo>
                  <a:lnTo>
                    <a:pt x="1263561" y="102044"/>
                  </a:lnTo>
                  <a:lnTo>
                    <a:pt x="1280617" y="105021"/>
                  </a:lnTo>
                  <a:lnTo>
                    <a:pt x="1294218" y="111020"/>
                  </a:lnTo>
                  <a:lnTo>
                    <a:pt x="1307858" y="114053"/>
                  </a:lnTo>
                  <a:lnTo>
                    <a:pt x="1314653" y="120052"/>
                  </a:lnTo>
                  <a:lnTo>
                    <a:pt x="1321498" y="126062"/>
                  </a:lnTo>
                  <a:lnTo>
                    <a:pt x="1328292" y="132016"/>
                  </a:lnTo>
                  <a:lnTo>
                    <a:pt x="1335087" y="138014"/>
                  </a:lnTo>
                  <a:lnTo>
                    <a:pt x="1341881" y="141036"/>
                  </a:lnTo>
                  <a:lnTo>
                    <a:pt x="1341881" y="147046"/>
                  </a:lnTo>
                  <a:lnTo>
                    <a:pt x="1331671" y="150023"/>
                  </a:lnTo>
                  <a:lnTo>
                    <a:pt x="1321498" y="156022"/>
                  </a:lnTo>
                  <a:lnTo>
                    <a:pt x="1304429" y="162020"/>
                  </a:lnTo>
                  <a:lnTo>
                    <a:pt x="1280617" y="165053"/>
                  </a:lnTo>
                  <a:lnTo>
                    <a:pt x="1253337" y="168030"/>
                  </a:lnTo>
                  <a:lnTo>
                    <a:pt x="1209078" y="171052"/>
                  </a:lnTo>
                  <a:lnTo>
                    <a:pt x="1168209" y="174029"/>
                  </a:lnTo>
                  <a:lnTo>
                    <a:pt x="1130744" y="177051"/>
                  </a:lnTo>
                  <a:lnTo>
                    <a:pt x="1103515" y="180028"/>
                  </a:lnTo>
                  <a:lnTo>
                    <a:pt x="963866" y="180028"/>
                  </a:lnTo>
                  <a:lnTo>
                    <a:pt x="888911" y="183060"/>
                  </a:lnTo>
                  <a:lnTo>
                    <a:pt x="824217" y="186037"/>
                  </a:lnTo>
                  <a:lnTo>
                    <a:pt x="766317" y="189059"/>
                  </a:lnTo>
                  <a:lnTo>
                    <a:pt x="718642" y="192036"/>
                  </a:lnTo>
                  <a:lnTo>
                    <a:pt x="527900" y="192036"/>
                  </a:lnTo>
                  <a:lnTo>
                    <a:pt x="493864" y="189059"/>
                  </a:lnTo>
                  <a:lnTo>
                    <a:pt x="452983" y="186037"/>
                  </a:lnTo>
                  <a:lnTo>
                    <a:pt x="425754" y="183060"/>
                  </a:lnTo>
                  <a:lnTo>
                    <a:pt x="388251" y="177051"/>
                  </a:lnTo>
                  <a:lnTo>
                    <a:pt x="350786" y="174029"/>
                  </a:lnTo>
                  <a:lnTo>
                    <a:pt x="326974" y="168030"/>
                  </a:lnTo>
                  <a:lnTo>
                    <a:pt x="303123" y="162020"/>
                  </a:lnTo>
                  <a:lnTo>
                    <a:pt x="289471" y="159043"/>
                  </a:lnTo>
                  <a:lnTo>
                    <a:pt x="282676" y="156022"/>
                  </a:lnTo>
                  <a:lnTo>
                    <a:pt x="269087" y="153045"/>
                  </a:lnTo>
                  <a:lnTo>
                    <a:pt x="252018" y="150023"/>
                  </a:lnTo>
                  <a:lnTo>
                    <a:pt x="235000" y="147046"/>
                  </a:lnTo>
                  <a:lnTo>
                    <a:pt x="214566" y="144013"/>
                  </a:lnTo>
                  <a:lnTo>
                    <a:pt x="200926" y="141036"/>
                  </a:lnTo>
                  <a:lnTo>
                    <a:pt x="194119" y="135037"/>
                  </a:lnTo>
                  <a:lnTo>
                    <a:pt x="194119" y="129039"/>
                  </a:lnTo>
                  <a:lnTo>
                    <a:pt x="224789" y="102044"/>
                  </a:lnTo>
                  <a:lnTo>
                    <a:pt x="252018" y="96046"/>
                  </a:lnTo>
                  <a:lnTo>
                    <a:pt x="286105" y="96046"/>
                  </a:lnTo>
                  <a:lnTo>
                    <a:pt x="316763" y="93013"/>
                  </a:lnTo>
                  <a:lnTo>
                    <a:pt x="364439" y="87014"/>
                  </a:lnTo>
                  <a:lnTo>
                    <a:pt x="415531" y="78038"/>
                  </a:lnTo>
                  <a:lnTo>
                    <a:pt x="463207" y="66030"/>
                  </a:lnTo>
                  <a:lnTo>
                    <a:pt x="504088" y="56998"/>
                  </a:lnTo>
                  <a:lnTo>
                    <a:pt x="527900" y="51000"/>
                  </a:lnTo>
                  <a:lnTo>
                    <a:pt x="548335" y="48023"/>
                  </a:lnTo>
                  <a:lnTo>
                    <a:pt x="578992" y="48023"/>
                  </a:lnTo>
                  <a:lnTo>
                    <a:pt x="589216" y="45001"/>
                  </a:lnTo>
                  <a:lnTo>
                    <a:pt x="599439" y="42024"/>
                  </a:lnTo>
                  <a:lnTo>
                    <a:pt x="619874" y="30015"/>
                  </a:lnTo>
                  <a:lnTo>
                    <a:pt x="633463" y="26982"/>
                  </a:lnTo>
                  <a:lnTo>
                    <a:pt x="674344" y="14985"/>
                  </a:lnTo>
                  <a:lnTo>
                    <a:pt x="742454" y="2976"/>
                  </a:lnTo>
                  <a:lnTo>
                    <a:pt x="786764" y="0"/>
                  </a:lnTo>
                  <a:lnTo>
                    <a:pt x="1474736" y="0"/>
                  </a:lnTo>
                  <a:lnTo>
                    <a:pt x="1488389" y="2976"/>
                  </a:lnTo>
                  <a:lnTo>
                    <a:pt x="1508772" y="8975"/>
                  </a:lnTo>
                  <a:lnTo>
                    <a:pt x="1536064" y="14985"/>
                  </a:lnTo>
                  <a:lnTo>
                    <a:pt x="1566722" y="24005"/>
                  </a:lnTo>
                  <a:lnTo>
                    <a:pt x="1604175" y="32992"/>
                  </a:lnTo>
                  <a:lnTo>
                    <a:pt x="1638211" y="38991"/>
                  </a:lnTo>
                  <a:lnTo>
                    <a:pt x="1668868" y="48023"/>
                  </a:lnTo>
                  <a:lnTo>
                    <a:pt x="1696097" y="54021"/>
                  </a:lnTo>
                  <a:lnTo>
                    <a:pt x="1716531" y="56998"/>
                  </a:lnTo>
                  <a:lnTo>
                    <a:pt x="1730184" y="60031"/>
                  </a:lnTo>
                  <a:lnTo>
                    <a:pt x="1740395" y="63008"/>
                  </a:lnTo>
                  <a:lnTo>
                    <a:pt x="1743824" y="69007"/>
                  </a:lnTo>
                  <a:lnTo>
                    <a:pt x="1743824" y="78038"/>
                  </a:lnTo>
                  <a:lnTo>
                    <a:pt x="1740395" y="87014"/>
                  </a:lnTo>
                  <a:lnTo>
                    <a:pt x="1733600" y="96046"/>
                  </a:lnTo>
                  <a:lnTo>
                    <a:pt x="1723389" y="102044"/>
                  </a:lnTo>
                  <a:lnTo>
                    <a:pt x="1709737" y="105021"/>
                  </a:lnTo>
                  <a:lnTo>
                    <a:pt x="1696097" y="111020"/>
                  </a:lnTo>
                  <a:lnTo>
                    <a:pt x="1648421" y="120052"/>
                  </a:lnTo>
                  <a:lnTo>
                    <a:pt x="1587106" y="135037"/>
                  </a:lnTo>
                  <a:lnTo>
                    <a:pt x="1515617" y="153045"/>
                  </a:lnTo>
                  <a:lnTo>
                    <a:pt x="1430439" y="171052"/>
                  </a:lnTo>
                  <a:lnTo>
                    <a:pt x="1375968" y="186037"/>
                  </a:lnTo>
                  <a:lnTo>
                    <a:pt x="1335087" y="195069"/>
                  </a:lnTo>
                  <a:lnTo>
                    <a:pt x="1304429" y="201068"/>
                  </a:lnTo>
                  <a:lnTo>
                    <a:pt x="1280617" y="204045"/>
                  </a:lnTo>
                  <a:lnTo>
                    <a:pt x="1260182" y="204045"/>
                  </a:lnTo>
                  <a:lnTo>
                    <a:pt x="1232941" y="207066"/>
                  </a:lnTo>
                  <a:lnTo>
                    <a:pt x="1195438" y="213076"/>
                  </a:lnTo>
                  <a:lnTo>
                    <a:pt x="1151191" y="219075"/>
                  </a:lnTo>
                  <a:lnTo>
                    <a:pt x="1089875" y="225074"/>
                  </a:lnTo>
                  <a:lnTo>
                    <a:pt x="1028560" y="228051"/>
                  </a:lnTo>
                  <a:lnTo>
                    <a:pt x="970660" y="228051"/>
                  </a:lnTo>
                  <a:lnTo>
                    <a:pt x="905967" y="231084"/>
                  </a:lnTo>
                  <a:lnTo>
                    <a:pt x="844651" y="234061"/>
                  </a:lnTo>
                  <a:lnTo>
                    <a:pt x="779957" y="237082"/>
                  </a:lnTo>
                  <a:lnTo>
                    <a:pt x="708431" y="240059"/>
                  </a:lnTo>
                  <a:lnTo>
                    <a:pt x="303123" y="240059"/>
                  </a:lnTo>
                  <a:lnTo>
                    <a:pt x="292900" y="246058"/>
                  </a:lnTo>
                  <a:lnTo>
                    <a:pt x="286105" y="252068"/>
                  </a:lnTo>
                </a:path>
              </a:pathLst>
            </a:custGeom>
            <a:ln w="18127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>
              <a:hlinkClick r:id="rId8"/>
            </p:cNvPr>
            <p:cNvSpPr/>
            <p:nvPr/>
          </p:nvSpPr>
          <p:spPr>
            <a:xfrm>
              <a:off x="10301822" y="6552321"/>
              <a:ext cx="1792605" cy="160655"/>
            </a:xfrm>
            <a:custGeom>
              <a:avLst/>
              <a:gdLst/>
              <a:ahLst/>
              <a:cxnLst/>
              <a:rect l="l" t="t" r="r" b="b"/>
              <a:pathLst>
                <a:path w="1792604" h="160654">
                  <a:moveTo>
                    <a:pt x="1792288" y="40081"/>
                  </a:moveTo>
                  <a:lnTo>
                    <a:pt x="871788" y="40081"/>
                  </a:lnTo>
                  <a:lnTo>
                    <a:pt x="750046" y="30060"/>
                  </a:lnTo>
                  <a:lnTo>
                    <a:pt x="667243" y="20040"/>
                  </a:lnTo>
                  <a:lnTo>
                    <a:pt x="608797" y="10020"/>
                  </a:lnTo>
                  <a:lnTo>
                    <a:pt x="574718" y="0"/>
                  </a:lnTo>
                  <a:lnTo>
                    <a:pt x="482144" y="0"/>
                  </a:lnTo>
                  <a:lnTo>
                    <a:pt x="443204" y="5003"/>
                  </a:lnTo>
                  <a:lnTo>
                    <a:pt x="389631" y="10020"/>
                  </a:lnTo>
                  <a:lnTo>
                    <a:pt x="326323" y="15024"/>
                  </a:lnTo>
                  <a:lnTo>
                    <a:pt x="282473" y="20040"/>
                  </a:lnTo>
                  <a:lnTo>
                    <a:pt x="238623" y="20040"/>
                  </a:lnTo>
                  <a:lnTo>
                    <a:pt x="194809" y="25044"/>
                  </a:lnTo>
                  <a:lnTo>
                    <a:pt x="160731" y="30060"/>
                  </a:lnTo>
                  <a:lnTo>
                    <a:pt x="121742" y="40081"/>
                  </a:lnTo>
                  <a:lnTo>
                    <a:pt x="77928" y="50101"/>
                  </a:lnTo>
                  <a:lnTo>
                    <a:pt x="48711" y="55118"/>
                  </a:lnTo>
                  <a:lnTo>
                    <a:pt x="24355" y="60172"/>
                  </a:lnTo>
                  <a:lnTo>
                    <a:pt x="4861" y="65189"/>
                  </a:lnTo>
                  <a:lnTo>
                    <a:pt x="0" y="70192"/>
                  </a:lnTo>
                  <a:lnTo>
                    <a:pt x="0" y="80213"/>
                  </a:lnTo>
                  <a:lnTo>
                    <a:pt x="48711" y="105270"/>
                  </a:lnTo>
                  <a:lnTo>
                    <a:pt x="102296" y="120294"/>
                  </a:lnTo>
                  <a:lnTo>
                    <a:pt x="175315" y="130314"/>
                  </a:lnTo>
                  <a:lnTo>
                    <a:pt x="253256" y="140335"/>
                  </a:lnTo>
                  <a:lnTo>
                    <a:pt x="555224" y="140335"/>
                  </a:lnTo>
                  <a:lnTo>
                    <a:pt x="584441" y="135331"/>
                  </a:lnTo>
                  <a:lnTo>
                    <a:pt x="608797" y="130314"/>
                  </a:lnTo>
                  <a:lnTo>
                    <a:pt x="638026" y="125310"/>
                  </a:lnTo>
                  <a:lnTo>
                    <a:pt x="662382" y="120294"/>
                  </a:lnTo>
                  <a:lnTo>
                    <a:pt x="686738" y="120294"/>
                  </a:lnTo>
                  <a:lnTo>
                    <a:pt x="715955" y="125310"/>
                  </a:lnTo>
                  <a:lnTo>
                    <a:pt x="740262" y="130314"/>
                  </a:lnTo>
                  <a:lnTo>
                    <a:pt x="779263" y="135331"/>
                  </a:lnTo>
                  <a:lnTo>
                    <a:pt x="827975" y="140335"/>
                  </a:lnTo>
                  <a:lnTo>
                    <a:pt x="891283" y="140335"/>
                  </a:lnTo>
                  <a:lnTo>
                    <a:pt x="1056875" y="150368"/>
                  </a:lnTo>
                  <a:lnTo>
                    <a:pt x="1159123" y="155422"/>
                  </a:lnTo>
                  <a:lnTo>
                    <a:pt x="1261420" y="160439"/>
                  </a:lnTo>
                  <a:lnTo>
                    <a:pt x="1792288" y="160439"/>
                  </a:lnTo>
                </a:path>
              </a:pathLst>
            </a:custGeom>
            <a:ln w="22992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705389"/>
            <a:ext cx="3893185" cy="5924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75"/>
              <a:t>Project</a:t>
            </a:r>
            <a:r>
              <a:rPr dirty="0" spc="-409"/>
              <a:t> </a:t>
            </a:r>
            <a:r>
              <a:rPr dirty="0" spc="-275"/>
              <a:t>Workflow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733" y="1882328"/>
            <a:ext cx="10127742" cy="21529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21952" y="4663344"/>
            <a:ext cx="1221105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-114">
                <a:solidFill>
                  <a:srgbClr val="51586B"/>
                </a:solidFill>
                <a:latin typeface="Arial Black"/>
                <a:cs typeface="Arial Black"/>
              </a:rPr>
              <a:t>Train/Test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97520" y="4663344"/>
            <a:ext cx="1069975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-114">
                <a:solidFill>
                  <a:srgbClr val="51586B"/>
                </a:solidFill>
                <a:latin typeface="Arial Black"/>
                <a:cs typeface="Arial Black"/>
              </a:rPr>
              <a:t>Features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5528" y="4663344"/>
            <a:ext cx="53594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-85">
                <a:solidFill>
                  <a:srgbClr val="51586B"/>
                </a:solidFill>
                <a:latin typeface="Arial Black"/>
                <a:cs typeface="Arial Black"/>
              </a:rPr>
              <a:t>EDA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10774" y="4663344"/>
            <a:ext cx="1087755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-90">
                <a:solidFill>
                  <a:srgbClr val="51586B"/>
                </a:solidFill>
                <a:latin typeface="Arial Black"/>
                <a:cs typeface="Arial Black"/>
              </a:rPr>
              <a:t>Cleaning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4375" y="4663344"/>
            <a:ext cx="97536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-90">
                <a:solidFill>
                  <a:srgbClr val="51586B"/>
                </a:solidFill>
                <a:latin typeface="Arial Black"/>
                <a:cs typeface="Arial Black"/>
              </a:rPr>
              <a:t>Dataset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835" y="5856218"/>
            <a:ext cx="824039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60">
                <a:solidFill>
                  <a:srgbClr val="51586B"/>
                </a:solidFill>
                <a:latin typeface="Tahoma"/>
                <a:cs typeface="Tahoma"/>
              </a:rPr>
              <a:t>A</a:t>
            </a:r>
            <a:r>
              <a:rPr dirty="0" sz="1450" spc="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structured</a:t>
            </a:r>
            <a:r>
              <a:rPr dirty="0" sz="1450" spc="4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pipeline</a:t>
            </a:r>
            <a:r>
              <a:rPr dirty="0" sz="1450" spc="4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from</a:t>
            </a:r>
            <a:r>
              <a:rPr dirty="0" sz="1450" spc="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raw</a:t>
            </a:r>
            <a:r>
              <a:rPr dirty="0" sz="1450" spc="4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data</a:t>
            </a:r>
            <a:r>
              <a:rPr dirty="0" sz="1450" spc="4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to</a:t>
            </a:r>
            <a:r>
              <a:rPr dirty="0" sz="1450" spc="4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evaluated</a:t>
            </a:r>
            <a:r>
              <a:rPr dirty="0" sz="1450" spc="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predictions</a:t>
            </a:r>
            <a:r>
              <a:rPr dirty="0" sz="1450" spc="4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ensures</a:t>
            </a:r>
            <a:r>
              <a:rPr dirty="0" sz="1450" spc="4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reliable</a:t>
            </a:r>
            <a:r>
              <a:rPr dirty="0" sz="1450" spc="4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model</a:t>
            </a:r>
            <a:r>
              <a:rPr dirty="0" sz="1450" spc="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performance.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109096" y="6084021"/>
            <a:ext cx="2053589" cy="887094"/>
            <a:chOff x="10109096" y="6084021"/>
            <a:chExt cx="2053589" cy="887094"/>
          </a:xfrm>
        </p:grpSpPr>
        <p:pic>
          <p:nvPicPr>
            <p:cNvPr id="11" name="object 11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  <p:sp>
          <p:nvSpPr>
            <p:cNvPr id="12" name="object 12">
              <a:hlinkClick r:id="rId3"/>
            </p:cNvPr>
            <p:cNvSpPr/>
            <p:nvPr/>
          </p:nvSpPr>
          <p:spPr>
            <a:xfrm>
              <a:off x="10208513" y="6356824"/>
              <a:ext cx="1744345" cy="356870"/>
            </a:xfrm>
            <a:custGeom>
              <a:avLst/>
              <a:gdLst/>
              <a:ahLst/>
              <a:cxnLst/>
              <a:rect l="l" t="t" r="r" b="b"/>
              <a:pathLst>
                <a:path w="1744345" h="356870">
                  <a:moveTo>
                    <a:pt x="0" y="158346"/>
                  </a:moveTo>
                  <a:lnTo>
                    <a:pt x="72682" y="167179"/>
                  </a:lnTo>
                  <a:lnTo>
                    <a:pt x="146456" y="171596"/>
                  </a:lnTo>
                  <a:lnTo>
                    <a:pt x="252018" y="178190"/>
                  </a:lnTo>
                  <a:lnTo>
                    <a:pt x="361010" y="181474"/>
                  </a:lnTo>
                  <a:lnTo>
                    <a:pt x="435965" y="184796"/>
                  </a:lnTo>
                  <a:lnTo>
                    <a:pt x="722020" y="184796"/>
                  </a:lnTo>
                  <a:lnTo>
                    <a:pt x="752678" y="181474"/>
                  </a:lnTo>
                  <a:lnTo>
                    <a:pt x="783335" y="178190"/>
                  </a:lnTo>
                  <a:lnTo>
                    <a:pt x="810577" y="174868"/>
                  </a:lnTo>
                  <a:lnTo>
                    <a:pt x="831011" y="171596"/>
                  </a:lnTo>
                  <a:lnTo>
                    <a:pt x="1478165" y="171596"/>
                  </a:lnTo>
                  <a:lnTo>
                    <a:pt x="1488389" y="174868"/>
                  </a:lnTo>
                  <a:lnTo>
                    <a:pt x="1501978" y="178190"/>
                  </a:lnTo>
                  <a:lnTo>
                    <a:pt x="1518996" y="181474"/>
                  </a:lnTo>
                  <a:lnTo>
                    <a:pt x="1532635" y="184796"/>
                  </a:lnTo>
                  <a:lnTo>
                    <a:pt x="1593951" y="184796"/>
                  </a:lnTo>
                  <a:lnTo>
                    <a:pt x="1607540" y="188069"/>
                  </a:lnTo>
                  <a:lnTo>
                    <a:pt x="1617764" y="191390"/>
                  </a:lnTo>
                  <a:lnTo>
                    <a:pt x="1631403" y="197984"/>
                  </a:lnTo>
                  <a:lnTo>
                    <a:pt x="1648421" y="204591"/>
                  </a:lnTo>
                  <a:lnTo>
                    <a:pt x="1672285" y="207863"/>
                  </a:lnTo>
                  <a:lnTo>
                    <a:pt x="1692719" y="211185"/>
                  </a:lnTo>
                  <a:lnTo>
                    <a:pt x="1743824" y="211185"/>
                  </a:lnTo>
                  <a:lnTo>
                    <a:pt x="1672285" y="211185"/>
                  </a:lnTo>
                  <a:lnTo>
                    <a:pt x="1665490" y="207863"/>
                  </a:lnTo>
                  <a:lnTo>
                    <a:pt x="1655267" y="197984"/>
                  </a:lnTo>
                  <a:lnTo>
                    <a:pt x="1634832" y="171596"/>
                  </a:lnTo>
                  <a:lnTo>
                    <a:pt x="1621193" y="158346"/>
                  </a:lnTo>
                  <a:lnTo>
                    <a:pt x="1614398" y="148479"/>
                  </a:lnTo>
                  <a:lnTo>
                    <a:pt x="1610969" y="138563"/>
                  </a:lnTo>
                  <a:lnTo>
                    <a:pt x="1604175" y="125363"/>
                  </a:lnTo>
                  <a:lnTo>
                    <a:pt x="1600746" y="112162"/>
                  </a:lnTo>
                  <a:lnTo>
                    <a:pt x="1593951" y="95701"/>
                  </a:lnTo>
                  <a:lnTo>
                    <a:pt x="1587157" y="79179"/>
                  </a:lnTo>
                  <a:lnTo>
                    <a:pt x="1580311" y="65978"/>
                  </a:lnTo>
                  <a:lnTo>
                    <a:pt x="1573517" y="52777"/>
                  </a:lnTo>
                  <a:lnTo>
                    <a:pt x="1566722" y="46183"/>
                  </a:lnTo>
                  <a:lnTo>
                    <a:pt x="1553070" y="42911"/>
                  </a:lnTo>
                  <a:lnTo>
                    <a:pt x="1536064" y="39589"/>
                  </a:lnTo>
                  <a:lnTo>
                    <a:pt x="1379397" y="39589"/>
                  </a:lnTo>
                  <a:lnTo>
                    <a:pt x="1328292" y="42911"/>
                  </a:lnTo>
                  <a:lnTo>
                    <a:pt x="1280617" y="46183"/>
                  </a:lnTo>
                  <a:lnTo>
                    <a:pt x="1236319" y="49505"/>
                  </a:lnTo>
                  <a:lnTo>
                    <a:pt x="1198867" y="52777"/>
                  </a:lnTo>
                  <a:lnTo>
                    <a:pt x="681189" y="52777"/>
                  </a:lnTo>
                  <a:lnTo>
                    <a:pt x="657326" y="46183"/>
                  </a:lnTo>
                  <a:lnTo>
                    <a:pt x="623290" y="32995"/>
                  </a:lnTo>
                  <a:lnTo>
                    <a:pt x="606234" y="26388"/>
                  </a:lnTo>
                  <a:lnTo>
                    <a:pt x="572198" y="26388"/>
                  </a:lnTo>
                  <a:lnTo>
                    <a:pt x="551764" y="23116"/>
                  </a:lnTo>
                  <a:lnTo>
                    <a:pt x="534746" y="19794"/>
                  </a:lnTo>
                  <a:lnTo>
                    <a:pt x="510882" y="16522"/>
                  </a:lnTo>
                  <a:lnTo>
                    <a:pt x="493864" y="13200"/>
                  </a:lnTo>
                  <a:lnTo>
                    <a:pt x="412114" y="13200"/>
                  </a:lnTo>
                  <a:lnTo>
                    <a:pt x="401891" y="9915"/>
                  </a:lnTo>
                  <a:lnTo>
                    <a:pt x="395096" y="6594"/>
                  </a:lnTo>
                  <a:lnTo>
                    <a:pt x="384873" y="3321"/>
                  </a:lnTo>
                  <a:lnTo>
                    <a:pt x="374649" y="0"/>
                  </a:lnTo>
                  <a:lnTo>
                    <a:pt x="364439" y="3321"/>
                  </a:lnTo>
                  <a:lnTo>
                    <a:pt x="357631" y="6594"/>
                  </a:lnTo>
                  <a:lnTo>
                    <a:pt x="350786" y="9915"/>
                  </a:lnTo>
                  <a:lnTo>
                    <a:pt x="337197" y="23116"/>
                  </a:lnTo>
                  <a:lnTo>
                    <a:pt x="320128" y="36317"/>
                  </a:lnTo>
                  <a:lnTo>
                    <a:pt x="303123" y="52777"/>
                  </a:lnTo>
                  <a:lnTo>
                    <a:pt x="286105" y="69300"/>
                  </a:lnTo>
                  <a:lnTo>
                    <a:pt x="279260" y="79179"/>
                  </a:lnTo>
                  <a:lnTo>
                    <a:pt x="275882" y="89095"/>
                  </a:lnTo>
                  <a:lnTo>
                    <a:pt x="272453" y="95701"/>
                  </a:lnTo>
                  <a:lnTo>
                    <a:pt x="272453" y="115484"/>
                  </a:lnTo>
                  <a:lnTo>
                    <a:pt x="275882" y="125363"/>
                  </a:lnTo>
                  <a:lnTo>
                    <a:pt x="279260" y="138563"/>
                  </a:lnTo>
                  <a:lnTo>
                    <a:pt x="286105" y="148479"/>
                  </a:lnTo>
                  <a:lnTo>
                    <a:pt x="292900" y="158346"/>
                  </a:lnTo>
                  <a:lnTo>
                    <a:pt x="296316" y="164952"/>
                  </a:lnTo>
                  <a:lnTo>
                    <a:pt x="299694" y="171596"/>
                  </a:lnTo>
                  <a:lnTo>
                    <a:pt x="299694" y="181474"/>
                  </a:lnTo>
                  <a:lnTo>
                    <a:pt x="303123" y="191390"/>
                  </a:lnTo>
                  <a:lnTo>
                    <a:pt x="306539" y="201269"/>
                  </a:lnTo>
                  <a:lnTo>
                    <a:pt x="309918" y="211185"/>
                  </a:lnTo>
                  <a:lnTo>
                    <a:pt x="313334" y="221064"/>
                  </a:lnTo>
                  <a:lnTo>
                    <a:pt x="313334" y="254047"/>
                  </a:lnTo>
                  <a:lnTo>
                    <a:pt x="316763" y="260641"/>
                  </a:lnTo>
                  <a:lnTo>
                    <a:pt x="320128" y="267248"/>
                  </a:lnTo>
                  <a:lnTo>
                    <a:pt x="323557" y="273842"/>
                  </a:lnTo>
                  <a:lnTo>
                    <a:pt x="330352" y="280436"/>
                  </a:lnTo>
                  <a:lnTo>
                    <a:pt x="337197" y="290364"/>
                  </a:lnTo>
                  <a:lnTo>
                    <a:pt x="343992" y="296959"/>
                  </a:lnTo>
                  <a:lnTo>
                    <a:pt x="364439" y="310159"/>
                  </a:lnTo>
                  <a:lnTo>
                    <a:pt x="374649" y="313432"/>
                  </a:lnTo>
                  <a:lnTo>
                    <a:pt x="388251" y="316753"/>
                  </a:lnTo>
                  <a:lnTo>
                    <a:pt x="425754" y="316753"/>
                  </a:lnTo>
                  <a:lnTo>
                    <a:pt x="452983" y="320026"/>
                  </a:lnTo>
                  <a:lnTo>
                    <a:pt x="480225" y="323348"/>
                  </a:lnTo>
                  <a:lnTo>
                    <a:pt x="514299" y="329954"/>
                  </a:lnTo>
                  <a:lnTo>
                    <a:pt x="538111" y="336548"/>
                  </a:lnTo>
                  <a:lnTo>
                    <a:pt x="565353" y="339821"/>
                  </a:lnTo>
                  <a:lnTo>
                    <a:pt x="596010" y="343142"/>
                  </a:lnTo>
                  <a:lnTo>
                    <a:pt x="623290" y="343142"/>
                  </a:lnTo>
                  <a:lnTo>
                    <a:pt x="657326" y="346427"/>
                  </a:lnTo>
                  <a:lnTo>
                    <a:pt x="687984" y="349749"/>
                  </a:lnTo>
                  <a:lnTo>
                    <a:pt x="711847" y="353021"/>
                  </a:lnTo>
                  <a:lnTo>
                    <a:pt x="739089" y="356343"/>
                  </a:lnTo>
                  <a:lnTo>
                    <a:pt x="943419" y="356343"/>
                  </a:lnTo>
                  <a:lnTo>
                    <a:pt x="957071" y="353021"/>
                  </a:lnTo>
                  <a:lnTo>
                    <a:pt x="970660" y="349749"/>
                  </a:lnTo>
                  <a:lnTo>
                    <a:pt x="984300" y="346427"/>
                  </a:lnTo>
                  <a:lnTo>
                    <a:pt x="1001318" y="343142"/>
                  </a:lnTo>
                  <a:lnTo>
                    <a:pt x="1062634" y="343142"/>
                  </a:lnTo>
                  <a:lnTo>
                    <a:pt x="1096670" y="339821"/>
                  </a:lnTo>
                  <a:lnTo>
                    <a:pt x="1130744" y="336548"/>
                  </a:lnTo>
                  <a:lnTo>
                    <a:pt x="1168209" y="333226"/>
                  </a:lnTo>
                  <a:lnTo>
                    <a:pt x="1209078" y="329954"/>
                  </a:lnTo>
                  <a:lnTo>
                    <a:pt x="1239748" y="329954"/>
                  </a:lnTo>
                  <a:lnTo>
                    <a:pt x="1273771" y="326632"/>
                  </a:lnTo>
                  <a:lnTo>
                    <a:pt x="1301064" y="323348"/>
                  </a:lnTo>
                  <a:lnTo>
                    <a:pt x="1321498" y="320026"/>
                  </a:lnTo>
                  <a:lnTo>
                    <a:pt x="1345310" y="316753"/>
                  </a:lnTo>
                  <a:lnTo>
                    <a:pt x="1573517" y="316753"/>
                  </a:lnTo>
                  <a:lnTo>
                    <a:pt x="1587157" y="320026"/>
                  </a:lnTo>
                  <a:lnTo>
                    <a:pt x="1600746" y="323348"/>
                  </a:lnTo>
                  <a:lnTo>
                    <a:pt x="1614398" y="326632"/>
                  </a:lnTo>
                  <a:lnTo>
                    <a:pt x="1627987" y="329954"/>
                  </a:lnTo>
                  <a:lnTo>
                    <a:pt x="1651850" y="329954"/>
                  </a:lnTo>
                  <a:lnTo>
                    <a:pt x="1658645" y="333226"/>
                  </a:lnTo>
                  <a:lnTo>
                    <a:pt x="1662061" y="336548"/>
                  </a:lnTo>
                </a:path>
              </a:pathLst>
            </a:custGeom>
            <a:ln w="19881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872684" y="6196880"/>
              <a:ext cx="177800" cy="661670"/>
            </a:xfrm>
            <a:custGeom>
              <a:avLst/>
              <a:gdLst/>
              <a:ahLst/>
              <a:cxnLst/>
              <a:rect l="l" t="t" r="r" b="b"/>
              <a:pathLst>
                <a:path w="177800" h="661670">
                  <a:moveTo>
                    <a:pt x="0" y="129377"/>
                  </a:moveTo>
                  <a:lnTo>
                    <a:pt x="13144" y="161323"/>
                  </a:lnTo>
                  <a:lnTo>
                    <a:pt x="24599" y="191685"/>
                  </a:lnTo>
                  <a:lnTo>
                    <a:pt x="49212" y="239610"/>
                  </a:lnTo>
                  <a:lnTo>
                    <a:pt x="78778" y="292345"/>
                  </a:lnTo>
                  <a:lnTo>
                    <a:pt x="98425" y="340270"/>
                  </a:lnTo>
                  <a:lnTo>
                    <a:pt x="113207" y="368987"/>
                  </a:lnTo>
                  <a:lnTo>
                    <a:pt x="123024" y="388194"/>
                  </a:lnTo>
                  <a:lnTo>
                    <a:pt x="127990" y="407339"/>
                  </a:lnTo>
                  <a:lnTo>
                    <a:pt x="132905" y="421723"/>
                  </a:lnTo>
                  <a:lnTo>
                    <a:pt x="137807" y="440880"/>
                  </a:lnTo>
                  <a:lnTo>
                    <a:pt x="137807" y="488805"/>
                  </a:lnTo>
                  <a:lnTo>
                    <a:pt x="142722" y="503188"/>
                  </a:lnTo>
                  <a:lnTo>
                    <a:pt x="147637" y="522383"/>
                  </a:lnTo>
                  <a:lnTo>
                    <a:pt x="152590" y="536717"/>
                  </a:lnTo>
                  <a:lnTo>
                    <a:pt x="157505" y="555924"/>
                  </a:lnTo>
                  <a:lnTo>
                    <a:pt x="167322" y="603848"/>
                  </a:lnTo>
                  <a:lnTo>
                    <a:pt x="172237" y="632615"/>
                  </a:lnTo>
                  <a:lnTo>
                    <a:pt x="177203" y="656584"/>
                  </a:lnTo>
                  <a:lnTo>
                    <a:pt x="177203" y="661119"/>
                  </a:lnTo>
                </a:path>
                <a:path w="177800" h="661670">
                  <a:moveTo>
                    <a:pt x="157430" y="661119"/>
                  </a:moveTo>
                  <a:lnTo>
                    <a:pt x="152590" y="646949"/>
                  </a:lnTo>
                  <a:lnTo>
                    <a:pt x="137807" y="599025"/>
                  </a:lnTo>
                  <a:lnTo>
                    <a:pt x="127990" y="551113"/>
                  </a:lnTo>
                  <a:lnTo>
                    <a:pt x="118122" y="503188"/>
                  </a:lnTo>
                  <a:lnTo>
                    <a:pt x="108292" y="469647"/>
                  </a:lnTo>
                  <a:lnTo>
                    <a:pt x="103378" y="445691"/>
                  </a:lnTo>
                  <a:lnTo>
                    <a:pt x="98425" y="426534"/>
                  </a:lnTo>
                  <a:lnTo>
                    <a:pt x="98425" y="0"/>
                  </a:lnTo>
                  <a:lnTo>
                    <a:pt x="98425" y="661119"/>
                  </a:lnTo>
                </a:path>
              </a:pathLst>
            </a:custGeom>
            <a:ln w="2228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686339"/>
            <a:ext cx="5979795" cy="5924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29"/>
              <a:t>Exploratory</a:t>
            </a:r>
            <a:r>
              <a:rPr dirty="0" spc="-375"/>
              <a:t> </a:t>
            </a:r>
            <a:r>
              <a:rPr dirty="0" spc="-140"/>
              <a:t>Data</a:t>
            </a:r>
            <a:r>
              <a:rPr dirty="0" spc="-375"/>
              <a:t> </a:t>
            </a:r>
            <a:r>
              <a:rPr dirty="0" spc="-21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1781175"/>
            <a:ext cx="4070896" cy="369775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272684" y="2447925"/>
            <a:ext cx="433070" cy="3314700"/>
            <a:chOff x="5272684" y="2447925"/>
            <a:chExt cx="433070" cy="3314700"/>
          </a:xfrm>
        </p:grpSpPr>
        <p:sp>
          <p:nvSpPr>
            <p:cNvPr id="5" name="object 5"/>
            <p:cNvSpPr/>
            <p:nvPr/>
          </p:nvSpPr>
          <p:spPr>
            <a:xfrm>
              <a:off x="5324475" y="2447924"/>
              <a:ext cx="381000" cy="3314700"/>
            </a:xfrm>
            <a:custGeom>
              <a:avLst/>
              <a:gdLst/>
              <a:ahLst/>
              <a:cxnLst/>
              <a:rect l="l" t="t" r="r" b="b"/>
              <a:pathLst>
                <a:path w="381000" h="3314700">
                  <a:moveTo>
                    <a:pt x="381000" y="216446"/>
                  </a:moveTo>
                  <a:lnTo>
                    <a:pt x="380072" y="214198"/>
                  </a:lnTo>
                  <a:lnTo>
                    <a:pt x="376351" y="210477"/>
                  </a:lnTo>
                  <a:lnTo>
                    <a:pt x="374103" y="209550"/>
                  </a:lnTo>
                  <a:lnTo>
                    <a:pt x="38100" y="209550"/>
                  </a:lnTo>
                  <a:lnTo>
                    <a:pt x="38100" y="6896"/>
                  </a:lnTo>
                  <a:lnTo>
                    <a:pt x="37172" y="4648"/>
                  </a:lnTo>
                  <a:lnTo>
                    <a:pt x="33451" y="927"/>
                  </a:lnTo>
                  <a:lnTo>
                    <a:pt x="31203" y="0"/>
                  </a:lnTo>
                  <a:lnTo>
                    <a:pt x="25946" y="0"/>
                  </a:lnTo>
                  <a:lnTo>
                    <a:pt x="23698" y="927"/>
                  </a:lnTo>
                  <a:lnTo>
                    <a:pt x="19964" y="4648"/>
                  </a:lnTo>
                  <a:lnTo>
                    <a:pt x="19050" y="6896"/>
                  </a:lnTo>
                  <a:lnTo>
                    <a:pt x="19050" y="209550"/>
                  </a:lnTo>
                  <a:lnTo>
                    <a:pt x="6896" y="209550"/>
                  </a:lnTo>
                  <a:lnTo>
                    <a:pt x="4648" y="210477"/>
                  </a:lnTo>
                  <a:lnTo>
                    <a:pt x="914" y="214198"/>
                  </a:lnTo>
                  <a:lnTo>
                    <a:pt x="0" y="216446"/>
                  </a:lnTo>
                  <a:lnTo>
                    <a:pt x="0" y="219075"/>
                  </a:lnTo>
                  <a:lnTo>
                    <a:pt x="0" y="221703"/>
                  </a:lnTo>
                  <a:lnTo>
                    <a:pt x="914" y="223951"/>
                  </a:lnTo>
                  <a:lnTo>
                    <a:pt x="4648" y="227672"/>
                  </a:lnTo>
                  <a:lnTo>
                    <a:pt x="6896" y="228600"/>
                  </a:lnTo>
                  <a:lnTo>
                    <a:pt x="19050" y="228600"/>
                  </a:lnTo>
                  <a:lnTo>
                    <a:pt x="19050" y="3305175"/>
                  </a:lnTo>
                  <a:lnTo>
                    <a:pt x="19050" y="3307804"/>
                  </a:lnTo>
                  <a:lnTo>
                    <a:pt x="19964" y="3310051"/>
                  </a:lnTo>
                  <a:lnTo>
                    <a:pt x="23698" y="3313773"/>
                  </a:lnTo>
                  <a:lnTo>
                    <a:pt x="25946" y="3314700"/>
                  </a:lnTo>
                  <a:lnTo>
                    <a:pt x="31203" y="3314700"/>
                  </a:lnTo>
                  <a:lnTo>
                    <a:pt x="33451" y="3313773"/>
                  </a:lnTo>
                  <a:lnTo>
                    <a:pt x="37172" y="3310051"/>
                  </a:lnTo>
                  <a:lnTo>
                    <a:pt x="38100" y="3307804"/>
                  </a:lnTo>
                  <a:lnTo>
                    <a:pt x="38100" y="228600"/>
                  </a:lnTo>
                  <a:lnTo>
                    <a:pt x="374103" y="228600"/>
                  </a:lnTo>
                  <a:lnTo>
                    <a:pt x="376351" y="227672"/>
                  </a:lnTo>
                  <a:lnTo>
                    <a:pt x="380072" y="223951"/>
                  </a:lnTo>
                  <a:lnTo>
                    <a:pt x="381000" y="221703"/>
                  </a:lnTo>
                  <a:lnTo>
                    <a:pt x="381000" y="216446"/>
                  </a:lnTo>
                  <a:close/>
                </a:path>
              </a:pathLst>
            </a:custGeom>
            <a:solidFill>
              <a:srgbClr val="C8CA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684" y="2596159"/>
              <a:ext cx="142875" cy="1428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24474" y="3886200"/>
              <a:ext cx="381000" cy="19050"/>
            </a:xfrm>
            <a:custGeom>
              <a:avLst/>
              <a:gdLst/>
              <a:ahLst/>
              <a:cxnLst/>
              <a:rect l="l" t="t" r="r" b="b"/>
              <a:pathLst>
                <a:path w="381000" h="19050">
                  <a:moveTo>
                    <a:pt x="37410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374103" y="19050"/>
                  </a:lnTo>
                  <a:lnTo>
                    <a:pt x="376351" y="18122"/>
                  </a:lnTo>
                  <a:lnTo>
                    <a:pt x="380072" y="14401"/>
                  </a:lnTo>
                  <a:lnTo>
                    <a:pt x="381000" y="12153"/>
                  </a:lnTo>
                  <a:lnTo>
                    <a:pt x="381000" y="6896"/>
                  </a:lnTo>
                  <a:lnTo>
                    <a:pt x="380072" y="4648"/>
                  </a:lnTo>
                  <a:lnTo>
                    <a:pt x="376351" y="927"/>
                  </a:lnTo>
                  <a:lnTo>
                    <a:pt x="374103" y="0"/>
                  </a:lnTo>
                  <a:close/>
                </a:path>
              </a:pathLst>
            </a:custGeom>
            <a:solidFill>
              <a:srgbClr val="C8CA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2684" y="3824884"/>
              <a:ext cx="142875" cy="1428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324474" y="5114925"/>
              <a:ext cx="381000" cy="19050"/>
            </a:xfrm>
            <a:custGeom>
              <a:avLst/>
              <a:gdLst/>
              <a:ahLst/>
              <a:cxnLst/>
              <a:rect l="l" t="t" r="r" b="b"/>
              <a:pathLst>
                <a:path w="381000" h="19050">
                  <a:moveTo>
                    <a:pt x="37410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374103" y="19050"/>
                  </a:lnTo>
                  <a:lnTo>
                    <a:pt x="376351" y="18122"/>
                  </a:lnTo>
                  <a:lnTo>
                    <a:pt x="380072" y="14401"/>
                  </a:lnTo>
                  <a:lnTo>
                    <a:pt x="381000" y="12153"/>
                  </a:lnTo>
                  <a:lnTo>
                    <a:pt x="381000" y="6896"/>
                  </a:lnTo>
                  <a:lnTo>
                    <a:pt x="380072" y="4648"/>
                  </a:lnTo>
                  <a:lnTo>
                    <a:pt x="376351" y="927"/>
                  </a:lnTo>
                  <a:lnTo>
                    <a:pt x="374103" y="0"/>
                  </a:lnTo>
                  <a:close/>
                </a:path>
              </a:pathLst>
            </a:custGeom>
            <a:solidFill>
              <a:srgbClr val="C8CA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2684" y="5053609"/>
              <a:ext cx="142875" cy="14287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210"/>
              <a:t>Key</a:t>
            </a:r>
            <a:r>
              <a:rPr dirty="0" spc="-190"/>
              <a:t> </a:t>
            </a:r>
            <a:r>
              <a:rPr dirty="0" spc="-10"/>
              <a:t>Insights</a:t>
            </a:r>
          </a:p>
          <a:p>
            <a:pPr marL="909955">
              <a:lnSpc>
                <a:spcPct val="100000"/>
              </a:lnSpc>
              <a:spcBef>
                <a:spcPts val="2280"/>
              </a:spcBef>
            </a:pPr>
            <a:r>
              <a:rPr dirty="0" spc="-140">
                <a:solidFill>
                  <a:srgbClr val="51586B"/>
                </a:solidFill>
              </a:rPr>
              <a:t>Feature</a:t>
            </a:r>
            <a:r>
              <a:rPr dirty="0" spc="-160">
                <a:solidFill>
                  <a:srgbClr val="51586B"/>
                </a:solidFill>
              </a:rPr>
              <a:t> </a:t>
            </a:r>
            <a:r>
              <a:rPr dirty="0" spc="-40">
                <a:solidFill>
                  <a:srgbClr val="51586B"/>
                </a:solidFill>
              </a:rPr>
              <a:t>Correlations</a:t>
            </a:r>
          </a:p>
          <a:p>
            <a:pPr marL="909955">
              <a:lnSpc>
                <a:spcPct val="100000"/>
              </a:lnSpc>
              <a:spcBef>
                <a:spcPts val="1855"/>
              </a:spcBef>
            </a:pP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Strong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positive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correlation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between</a:t>
            </a:r>
            <a:r>
              <a:rPr dirty="0" sz="1450" spc="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51586B"/>
                </a:solidFill>
                <a:latin typeface="Tahoma"/>
                <a:cs typeface="Tahoma"/>
              </a:rPr>
              <a:t>GLD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and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silver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(SLV)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450">
              <a:latin typeface="Tahoma"/>
              <a:cs typeface="Tahoma"/>
            </a:endParaRPr>
          </a:p>
          <a:p>
            <a:pPr marL="909955">
              <a:lnSpc>
                <a:spcPct val="100000"/>
              </a:lnSpc>
              <a:spcBef>
                <a:spcPts val="5"/>
              </a:spcBef>
            </a:pPr>
            <a:r>
              <a:rPr dirty="0" spc="-80">
                <a:solidFill>
                  <a:srgbClr val="51586B"/>
                </a:solidFill>
              </a:rPr>
              <a:t>Data</a:t>
            </a:r>
            <a:r>
              <a:rPr dirty="0" spc="-180">
                <a:solidFill>
                  <a:srgbClr val="51586B"/>
                </a:solidFill>
              </a:rPr>
              <a:t> </a:t>
            </a:r>
            <a:r>
              <a:rPr dirty="0" spc="-30">
                <a:solidFill>
                  <a:srgbClr val="51586B"/>
                </a:solidFill>
              </a:rPr>
              <a:t>Distribution</a:t>
            </a:r>
          </a:p>
          <a:p>
            <a:pPr marL="909955">
              <a:lnSpc>
                <a:spcPct val="100000"/>
              </a:lnSpc>
              <a:spcBef>
                <a:spcPts val="1855"/>
              </a:spcBef>
            </a:pP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Distribution</a:t>
            </a:r>
            <a:r>
              <a:rPr dirty="0" sz="1450" spc="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plots</a:t>
            </a:r>
            <a:r>
              <a:rPr dirty="0" sz="1450" spc="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reveal</a:t>
            </a:r>
            <a:r>
              <a:rPr dirty="0" sz="1450" spc="5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skewness</a:t>
            </a:r>
            <a:r>
              <a:rPr dirty="0" sz="1450" spc="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in</a:t>
            </a:r>
            <a:r>
              <a:rPr dirty="0" sz="1450" spc="5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price</a:t>
            </a:r>
            <a:r>
              <a:rPr dirty="0" sz="1450" spc="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features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50">
              <a:latin typeface="Tahoma"/>
              <a:cs typeface="Tahoma"/>
            </a:endParaRPr>
          </a:p>
          <a:p>
            <a:pPr marL="909955">
              <a:lnSpc>
                <a:spcPct val="100000"/>
              </a:lnSpc>
              <a:spcBef>
                <a:spcPts val="5"/>
              </a:spcBef>
            </a:pPr>
            <a:r>
              <a:rPr dirty="0" spc="-10">
                <a:solidFill>
                  <a:srgbClr val="51586B"/>
                </a:solidFill>
              </a:rPr>
              <a:t>Trends</a:t>
            </a:r>
          </a:p>
          <a:p>
            <a:pPr marL="909955">
              <a:lnSpc>
                <a:spcPct val="100000"/>
              </a:lnSpc>
              <a:spcBef>
                <a:spcPts val="1780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Identified</a:t>
            </a:r>
            <a:r>
              <a:rPr dirty="0" sz="1450" spc="8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temporal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trends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across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55">
                <a:solidFill>
                  <a:srgbClr val="51586B"/>
                </a:solidFill>
                <a:latin typeface="Tahoma"/>
                <a:cs typeface="Tahoma"/>
              </a:rPr>
              <a:t>economic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indicators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154186" y="6158520"/>
            <a:ext cx="2149475" cy="680720"/>
            <a:chOff x="10154186" y="6158520"/>
            <a:chExt cx="2149475" cy="680720"/>
          </a:xfrm>
        </p:grpSpPr>
        <p:pic>
          <p:nvPicPr>
            <p:cNvPr id="13" name="object 13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42245" y="6343649"/>
              <a:ext cx="1754504" cy="419100"/>
            </a:xfrm>
            <a:prstGeom prst="rect">
              <a:avLst/>
            </a:prstGeom>
          </p:spPr>
        </p:pic>
        <p:sp>
          <p:nvSpPr>
            <p:cNvPr id="14" name="object 14">
              <a:hlinkClick r:id="rId5"/>
            </p:cNvPr>
            <p:cNvSpPr/>
            <p:nvPr/>
          </p:nvSpPr>
          <p:spPr>
            <a:xfrm>
              <a:off x="10256164" y="6403574"/>
              <a:ext cx="1687830" cy="271145"/>
            </a:xfrm>
            <a:custGeom>
              <a:avLst/>
              <a:gdLst/>
              <a:ahLst/>
              <a:cxnLst/>
              <a:rect l="l" t="t" r="r" b="b"/>
              <a:pathLst>
                <a:path w="1687829" h="271145">
                  <a:moveTo>
                    <a:pt x="0" y="270865"/>
                  </a:moveTo>
                  <a:lnTo>
                    <a:pt x="112509" y="239269"/>
                  </a:lnTo>
                  <a:lnTo>
                    <a:pt x="165252" y="226870"/>
                  </a:lnTo>
                  <a:lnTo>
                    <a:pt x="270713" y="203149"/>
                  </a:lnTo>
                  <a:lnTo>
                    <a:pt x="376237" y="182814"/>
                  </a:lnTo>
                  <a:lnTo>
                    <a:pt x="460629" y="172690"/>
                  </a:lnTo>
                  <a:lnTo>
                    <a:pt x="530923" y="165904"/>
                  </a:lnTo>
                  <a:lnTo>
                    <a:pt x="587171" y="162529"/>
                  </a:lnTo>
                  <a:lnTo>
                    <a:pt x="935291" y="162529"/>
                  </a:lnTo>
                  <a:lnTo>
                    <a:pt x="952893" y="165904"/>
                  </a:lnTo>
                  <a:lnTo>
                    <a:pt x="970457" y="169315"/>
                  </a:lnTo>
                  <a:lnTo>
                    <a:pt x="991539" y="176065"/>
                  </a:lnTo>
                  <a:lnTo>
                    <a:pt x="1016152" y="186238"/>
                  </a:lnTo>
                  <a:lnTo>
                    <a:pt x="1040803" y="196362"/>
                  </a:lnTo>
                  <a:lnTo>
                    <a:pt x="1065415" y="206524"/>
                  </a:lnTo>
                  <a:lnTo>
                    <a:pt x="1086497" y="213322"/>
                  </a:lnTo>
                  <a:lnTo>
                    <a:pt x="1100531" y="216697"/>
                  </a:lnTo>
                  <a:lnTo>
                    <a:pt x="1416989" y="216697"/>
                  </a:lnTo>
                  <a:lnTo>
                    <a:pt x="1438122" y="213322"/>
                  </a:lnTo>
                  <a:lnTo>
                    <a:pt x="1459204" y="209898"/>
                  </a:lnTo>
                  <a:lnTo>
                    <a:pt x="1480299" y="206524"/>
                  </a:lnTo>
                  <a:lnTo>
                    <a:pt x="1501432" y="199786"/>
                  </a:lnTo>
                  <a:lnTo>
                    <a:pt x="1518996" y="196362"/>
                  </a:lnTo>
                  <a:lnTo>
                    <a:pt x="1561160" y="189613"/>
                  </a:lnTo>
                  <a:lnTo>
                    <a:pt x="1673720" y="189613"/>
                  </a:lnTo>
                  <a:lnTo>
                    <a:pt x="1680718" y="186238"/>
                  </a:lnTo>
                  <a:lnTo>
                    <a:pt x="1684235" y="179440"/>
                  </a:lnTo>
                  <a:lnTo>
                    <a:pt x="1687766" y="172690"/>
                  </a:lnTo>
                  <a:lnTo>
                    <a:pt x="1687766" y="142231"/>
                  </a:lnTo>
                  <a:lnTo>
                    <a:pt x="1684235" y="128695"/>
                  </a:lnTo>
                  <a:lnTo>
                    <a:pt x="1680718" y="118522"/>
                  </a:lnTo>
                  <a:lnTo>
                    <a:pt x="1677200" y="104973"/>
                  </a:lnTo>
                  <a:lnTo>
                    <a:pt x="1670202" y="94812"/>
                  </a:lnTo>
                  <a:lnTo>
                    <a:pt x="1656105" y="67716"/>
                  </a:lnTo>
                  <a:lnTo>
                    <a:pt x="1642071" y="57604"/>
                  </a:lnTo>
                  <a:lnTo>
                    <a:pt x="1631505" y="44056"/>
                  </a:lnTo>
                  <a:lnTo>
                    <a:pt x="1620939" y="37257"/>
                  </a:lnTo>
                  <a:lnTo>
                    <a:pt x="1603375" y="27096"/>
                  </a:lnTo>
                  <a:lnTo>
                    <a:pt x="1589290" y="16971"/>
                  </a:lnTo>
                  <a:lnTo>
                    <a:pt x="1571726" y="10173"/>
                  </a:lnTo>
                  <a:lnTo>
                    <a:pt x="1554162" y="3423"/>
                  </a:lnTo>
                  <a:lnTo>
                    <a:pt x="1536547" y="0"/>
                  </a:lnTo>
                  <a:lnTo>
                    <a:pt x="1311529" y="0"/>
                  </a:lnTo>
                  <a:lnTo>
                    <a:pt x="1272832" y="3423"/>
                  </a:lnTo>
                  <a:lnTo>
                    <a:pt x="1241221" y="6798"/>
                  </a:lnTo>
                  <a:lnTo>
                    <a:pt x="1216571" y="10173"/>
                  </a:lnTo>
                  <a:lnTo>
                    <a:pt x="1191971" y="13548"/>
                  </a:lnTo>
                  <a:lnTo>
                    <a:pt x="924763" y="13548"/>
                  </a:lnTo>
                  <a:lnTo>
                    <a:pt x="910678" y="16971"/>
                  </a:lnTo>
                  <a:lnTo>
                    <a:pt x="893114" y="20346"/>
                  </a:lnTo>
                  <a:lnTo>
                    <a:pt x="871982" y="23721"/>
                  </a:lnTo>
                  <a:lnTo>
                    <a:pt x="847382" y="27096"/>
                  </a:lnTo>
                  <a:lnTo>
                    <a:pt x="773557" y="27096"/>
                  </a:lnTo>
                  <a:lnTo>
                    <a:pt x="752475" y="30520"/>
                  </a:lnTo>
                  <a:lnTo>
                    <a:pt x="727824" y="33882"/>
                  </a:lnTo>
                  <a:lnTo>
                    <a:pt x="696214" y="37257"/>
                  </a:lnTo>
                  <a:lnTo>
                    <a:pt x="668096" y="40632"/>
                  </a:lnTo>
                  <a:lnTo>
                    <a:pt x="537959" y="40632"/>
                  </a:lnTo>
                  <a:lnTo>
                    <a:pt x="520407" y="37257"/>
                  </a:lnTo>
                  <a:lnTo>
                    <a:pt x="495795" y="33882"/>
                  </a:lnTo>
                  <a:lnTo>
                    <a:pt x="467664" y="30520"/>
                  </a:lnTo>
                  <a:lnTo>
                    <a:pt x="443014" y="27096"/>
                  </a:lnTo>
                  <a:lnTo>
                    <a:pt x="418401" y="27096"/>
                  </a:lnTo>
                  <a:lnTo>
                    <a:pt x="400850" y="23721"/>
                  </a:lnTo>
                  <a:lnTo>
                    <a:pt x="390283" y="20346"/>
                  </a:lnTo>
                  <a:lnTo>
                    <a:pt x="379755" y="16971"/>
                  </a:lnTo>
                  <a:lnTo>
                    <a:pt x="369189" y="13548"/>
                  </a:lnTo>
                  <a:lnTo>
                    <a:pt x="358622" y="10173"/>
                  </a:lnTo>
                  <a:lnTo>
                    <a:pt x="344589" y="6798"/>
                  </a:lnTo>
                  <a:lnTo>
                    <a:pt x="330492" y="3423"/>
                  </a:lnTo>
                  <a:lnTo>
                    <a:pt x="316458" y="0"/>
                  </a:lnTo>
                  <a:lnTo>
                    <a:pt x="288328" y="0"/>
                  </a:lnTo>
                  <a:lnTo>
                    <a:pt x="277761" y="3423"/>
                  </a:lnTo>
                  <a:lnTo>
                    <a:pt x="270713" y="16971"/>
                  </a:lnTo>
                  <a:lnTo>
                    <a:pt x="256679" y="50805"/>
                  </a:lnTo>
                  <a:lnTo>
                    <a:pt x="239064" y="104973"/>
                  </a:lnTo>
                  <a:lnTo>
                    <a:pt x="221500" y="155779"/>
                  </a:lnTo>
                  <a:lnTo>
                    <a:pt x="203949" y="199786"/>
                  </a:lnTo>
                  <a:lnTo>
                    <a:pt x="193382" y="226870"/>
                  </a:lnTo>
                  <a:lnTo>
                    <a:pt x="193382" y="233620"/>
                  </a:lnTo>
                  <a:lnTo>
                    <a:pt x="196900" y="240406"/>
                  </a:lnTo>
                  <a:lnTo>
                    <a:pt x="200418" y="243781"/>
                  </a:lnTo>
                  <a:lnTo>
                    <a:pt x="274243" y="243781"/>
                  </a:lnTo>
                  <a:lnTo>
                    <a:pt x="305892" y="247156"/>
                  </a:lnTo>
                  <a:lnTo>
                    <a:pt x="334022" y="250531"/>
                  </a:lnTo>
                  <a:lnTo>
                    <a:pt x="369189" y="253954"/>
                  </a:lnTo>
                  <a:lnTo>
                    <a:pt x="404368" y="257329"/>
                  </a:lnTo>
                  <a:lnTo>
                    <a:pt x="1079449" y="257329"/>
                  </a:lnTo>
                  <a:lnTo>
                    <a:pt x="1093546" y="253954"/>
                  </a:lnTo>
                  <a:lnTo>
                    <a:pt x="1107579" y="250531"/>
                  </a:lnTo>
                  <a:lnTo>
                    <a:pt x="1118146" y="243781"/>
                  </a:lnTo>
                  <a:lnTo>
                    <a:pt x="1132179" y="236983"/>
                  </a:lnTo>
                  <a:lnTo>
                    <a:pt x="1149794" y="230245"/>
                  </a:lnTo>
                  <a:lnTo>
                    <a:pt x="1170876" y="223447"/>
                  </a:lnTo>
                  <a:lnTo>
                    <a:pt x="1195489" y="220072"/>
                  </a:lnTo>
                  <a:lnTo>
                    <a:pt x="1216571" y="213322"/>
                  </a:lnTo>
                  <a:lnTo>
                    <a:pt x="1237703" y="209898"/>
                  </a:lnTo>
                  <a:lnTo>
                    <a:pt x="1255268" y="203149"/>
                  </a:lnTo>
                  <a:lnTo>
                    <a:pt x="1276350" y="189613"/>
                  </a:lnTo>
                  <a:lnTo>
                    <a:pt x="1304480" y="179440"/>
                  </a:lnTo>
                  <a:lnTo>
                    <a:pt x="1332611" y="165904"/>
                  </a:lnTo>
                  <a:lnTo>
                    <a:pt x="1357261" y="152355"/>
                  </a:lnTo>
                  <a:lnTo>
                    <a:pt x="1378343" y="145606"/>
                  </a:lnTo>
                  <a:lnTo>
                    <a:pt x="1385392" y="135432"/>
                  </a:lnTo>
                  <a:lnTo>
                    <a:pt x="1392389" y="125271"/>
                  </a:lnTo>
                  <a:lnTo>
                    <a:pt x="1402956" y="118522"/>
                  </a:lnTo>
                  <a:lnTo>
                    <a:pt x="1413522" y="111723"/>
                  </a:lnTo>
                  <a:lnTo>
                    <a:pt x="1424038" y="108348"/>
                  </a:lnTo>
                  <a:lnTo>
                    <a:pt x="1434604" y="104973"/>
                  </a:lnTo>
                  <a:lnTo>
                    <a:pt x="1441653" y="101599"/>
                  </a:lnTo>
                  <a:lnTo>
                    <a:pt x="1448638" y="94812"/>
                  </a:lnTo>
                  <a:lnTo>
                    <a:pt x="1459204" y="88063"/>
                  </a:lnTo>
                  <a:lnTo>
                    <a:pt x="1469783" y="84688"/>
                  </a:lnTo>
                  <a:lnTo>
                    <a:pt x="1483817" y="81264"/>
                  </a:lnTo>
                  <a:lnTo>
                    <a:pt x="1494383" y="77889"/>
                  </a:lnTo>
                  <a:lnTo>
                    <a:pt x="1504899" y="74514"/>
                  </a:lnTo>
                  <a:lnTo>
                    <a:pt x="1511947" y="67716"/>
                  </a:lnTo>
                </a:path>
              </a:pathLst>
            </a:custGeom>
            <a:ln w="2039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792459" y="6611712"/>
              <a:ext cx="400050" cy="227329"/>
            </a:xfrm>
            <a:custGeom>
              <a:avLst/>
              <a:gdLst/>
              <a:ahLst/>
              <a:cxnLst/>
              <a:rect l="l" t="t" r="r" b="b"/>
              <a:pathLst>
                <a:path w="400050" h="227329">
                  <a:moveTo>
                    <a:pt x="0" y="0"/>
                  </a:moveTo>
                  <a:lnTo>
                    <a:pt x="399540" y="0"/>
                  </a:lnTo>
                  <a:lnTo>
                    <a:pt x="399540" y="227048"/>
                  </a:lnTo>
                  <a:lnTo>
                    <a:pt x="0" y="2270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946237" y="6269878"/>
              <a:ext cx="246379" cy="350520"/>
            </a:xfrm>
            <a:custGeom>
              <a:avLst/>
              <a:gdLst/>
              <a:ahLst/>
              <a:cxnLst/>
              <a:rect l="l" t="t" r="r" b="b"/>
              <a:pathLst>
                <a:path w="246379" h="350520">
                  <a:moveTo>
                    <a:pt x="245762" y="350006"/>
                  </a:moveTo>
                  <a:lnTo>
                    <a:pt x="206628" y="321716"/>
                  </a:lnTo>
                  <a:lnTo>
                    <a:pt x="144122" y="291998"/>
                  </a:lnTo>
                  <a:lnTo>
                    <a:pt x="115293" y="282117"/>
                  </a:lnTo>
                  <a:lnTo>
                    <a:pt x="91285" y="272199"/>
                  </a:lnTo>
                  <a:lnTo>
                    <a:pt x="67277" y="257365"/>
                  </a:lnTo>
                  <a:lnTo>
                    <a:pt x="52837" y="242531"/>
                  </a:lnTo>
                  <a:lnTo>
                    <a:pt x="38398" y="232613"/>
                  </a:lnTo>
                  <a:lnTo>
                    <a:pt x="24020" y="222745"/>
                  </a:lnTo>
                  <a:lnTo>
                    <a:pt x="14390" y="212813"/>
                  </a:lnTo>
                  <a:lnTo>
                    <a:pt x="4772" y="202945"/>
                  </a:lnTo>
                  <a:lnTo>
                    <a:pt x="0" y="188061"/>
                  </a:lnTo>
                  <a:lnTo>
                    <a:pt x="4772" y="168274"/>
                  </a:lnTo>
                  <a:lnTo>
                    <a:pt x="14390" y="153441"/>
                  </a:lnTo>
                  <a:lnTo>
                    <a:pt x="28829" y="138607"/>
                  </a:lnTo>
                  <a:lnTo>
                    <a:pt x="48028" y="123723"/>
                  </a:lnTo>
                  <a:lnTo>
                    <a:pt x="72036" y="103924"/>
                  </a:lnTo>
                  <a:lnTo>
                    <a:pt x="96094" y="84124"/>
                  </a:lnTo>
                  <a:lnTo>
                    <a:pt x="129732" y="59423"/>
                  </a:lnTo>
                  <a:lnTo>
                    <a:pt x="163371" y="34670"/>
                  </a:lnTo>
                  <a:lnTo>
                    <a:pt x="187379" y="19786"/>
                  </a:lnTo>
                  <a:lnTo>
                    <a:pt x="211437" y="0"/>
                  </a:lnTo>
                </a:path>
              </a:pathLst>
            </a:custGeom>
            <a:ln w="2226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40"/>
              <a:t>Data</a:t>
            </a:r>
            <a:r>
              <a:rPr dirty="0" spc="-390"/>
              <a:t> </a:t>
            </a:r>
            <a:r>
              <a:rPr dirty="0" spc="-204"/>
              <a:t>Visualization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840" y="3501720"/>
            <a:ext cx="6121400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Heatmaps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and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distribution</a:t>
            </a:r>
            <a:r>
              <a:rPr dirty="0" sz="1450" spc="9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graphs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generated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directly</a:t>
            </a:r>
            <a:r>
              <a:rPr dirty="0" sz="1450" spc="9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from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Google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Colab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reveal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feature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relationships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and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51586B"/>
                </a:solidFill>
                <a:latin typeface="Tahoma"/>
                <a:cs typeface="Tahoma"/>
              </a:rPr>
              <a:t>data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spread.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609473"/>
            <a:ext cx="449770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 spc="-185"/>
              <a:t>Machine</a:t>
            </a:r>
            <a:r>
              <a:rPr dirty="0" sz="2950" spc="-280"/>
              <a:t> </a:t>
            </a:r>
            <a:r>
              <a:rPr dirty="0" sz="2950" spc="-195"/>
              <a:t>Learning</a:t>
            </a:r>
            <a:r>
              <a:rPr dirty="0" sz="2950" spc="-280"/>
              <a:t> </a:t>
            </a:r>
            <a:r>
              <a:rPr dirty="0" sz="2950" spc="-130"/>
              <a:t>Model</a:t>
            </a:r>
            <a:endParaRPr sz="2950"/>
          </a:p>
        </p:txBody>
      </p:sp>
      <p:sp>
        <p:nvSpPr>
          <p:cNvPr id="3" name="object 3"/>
          <p:cNvSpPr/>
          <p:nvPr/>
        </p:nvSpPr>
        <p:spPr>
          <a:xfrm>
            <a:off x="685800" y="16573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62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62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5158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5800" y="19240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62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62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5158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5800" y="21812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62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62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5158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5800" y="24384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62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62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5158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7212" y="2705099"/>
            <a:ext cx="10878185" cy="953135"/>
          </a:xfrm>
          <a:custGeom>
            <a:avLst/>
            <a:gdLst/>
            <a:ahLst/>
            <a:cxnLst/>
            <a:rect l="l" t="t" r="r" b="b"/>
            <a:pathLst>
              <a:path w="10878185" h="953135">
                <a:moveTo>
                  <a:pt x="10877563" y="49453"/>
                </a:moveTo>
                <a:lnTo>
                  <a:pt x="10877550" y="49326"/>
                </a:lnTo>
                <a:lnTo>
                  <a:pt x="10877550" y="45923"/>
                </a:lnTo>
                <a:lnTo>
                  <a:pt x="10876204" y="39166"/>
                </a:lnTo>
                <a:lnTo>
                  <a:pt x="10874896" y="36029"/>
                </a:lnTo>
                <a:lnTo>
                  <a:pt x="10874858" y="35877"/>
                </a:lnTo>
                <a:lnTo>
                  <a:pt x="10873524" y="32677"/>
                </a:lnTo>
                <a:lnTo>
                  <a:pt x="10872203" y="29464"/>
                </a:lnTo>
                <a:lnTo>
                  <a:pt x="10872114" y="29311"/>
                </a:lnTo>
                <a:lnTo>
                  <a:pt x="10870832" y="26200"/>
                </a:lnTo>
                <a:lnTo>
                  <a:pt x="10867009" y="20472"/>
                </a:lnTo>
                <a:lnTo>
                  <a:pt x="10864621" y="18097"/>
                </a:lnTo>
                <a:lnTo>
                  <a:pt x="10864520" y="17957"/>
                </a:lnTo>
                <a:lnTo>
                  <a:pt x="10859605" y="13042"/>
                </a:lnTo>
                <a:lnTo>
                  <a:pt x="10859453" y="12928"/>
                </a:lnTo>
                <a:lnTo>
                  <a:pt x="10857090" y="10553"/>
                </a:lnTo>
                <a:lnTo>
                  <a:pt x="10851363" y="6731"/>
                </a:lnTo>
                <a:lnTo>
                  <a:pt x="10848200" y="5435"/>
                </a:lnTo>
                <a:lnTo>
                  <a:pt x="10841673" y="2692"/>
                </a:lnTo>
                <a:lnTo>
                  <a:pt x="10841457" y="2641"/>
                </a:lnTo>
                <a:lnTo>
                  <a:pt x="10838396" y="1358"/>
                </a:lnTo>
                <a:lnTo>
                  <a:pt x="10831640" y="12"/>
                </a:lnTo>
                <a:lnTo>
                  <a:pt x="10828236" y="12"/>
                </a:lnTo>
                <a:lnTo>
                  <a:pt x="10828109" y="0"/>
                </a:lnTo>
                <a:lnTo>
                  <a:pt x="49453" y="0"/>
                </a:lnTo>
                <a:lnTo>
                  <a:pt x="49314" y="12"/>
                </a:lnTo>
                <a:lnTo>
                  <a:pt x="45910" y="12"/>
                </a:lnTo>
                <a:lnTo>
                  <a:pt x="39166" y="1358"/>
                </a:lnTo>
                <a:lnTo>
                  <a:pt x="36093" y="2641"/>
                </a:lnTo>
                <a:lnTo>
                  <a:pt x="35890" y="2692"/>
                </a:lnTo>
                <a:lnTo>
                  <a:pt x="29464" y="5359"/>
                </a:lnTo>
                <a:lnTo>
                  <a:pt x="29298" y="5448"/>
                </a:lnTo>
                <a:lnTo>
                  <a:pt x="26200" y="6731"/>
                </a:lnTo>
                <a:lnTo>
                  <a:pt x="20472" y="10553"/>
                </a:lnTo>
                <a:lnTo>
                  <a:pt x="18021" y="13004"/>
                </a:lnTo>
                <a:lnTo>
                  <a:pt x="13055" y="17957"/>
                </a:lnTo>
                <a:lnTo>
                  <a:pt x="10541" y="20472"/>
                </a:lnTo>
                <a:lnTo>
                  <a:pt x="6718" y="26200"/>
                </a:lnTo>
                <a:lnTo>
                  <a:pt x="5384" y="29413"/>
                </a:lnTo>
                <a:lnTo>
                  <a:pt x="2705" y="35877"/>
                </a:lnTo>
                <a:lnTo>
                  <a:pt x="1346" y="39166"/>
                </a:lnTo>
                <a:lnTo>
                  <a:pt x="0" y="45923"/>
                </a:lnTo>
                <a:lnTo>
                  <a:pt x="0" y="906602"/>
                </a:lnTo>
                <a:lnTo>
                  <a:pt x="1346" y="913358"/>
                </a:lnTo>
                <a:lnTo>
                  <a:pt x="4889" y="921931"/>
                </a:lnTo>
                <a:lnTo>
                  <a:pt x="5359" y="923048"/>
                </a:lnTo>
                <a:lnTo>
                  <a:pt x="29464" y="947153"/>
                </a:lnTo>
                <a:lnTo>
                  <a:pt x="31521" y="948004"/>
                </a:lnTo>
                <a:lnTo>
                  <a:pt x="39166" y="951166"/>
                </a:lnTo>
                <a:lnTo>
                  <a:pt x="45910" y="952512"/>
                </a:lnTo>
                <a:lnTo>
                  <a:pt x="10831640" y="952512"/>
                </a:lnTo>
                <a:lnTo>
                  <a:pt x="10838396" y="951166"/>
                </a:lnTo>
                <a:lnTo>
                  <a:pt x="10847502" y="947394"/>
                </a:lnTo>
                <a:lnTo>
                  <a:pt x="10848086" y="947153"/>
                </a:lnTo>
                <a:lnTo>
                  <a:pt x="10851363" y="945794"/>
                </a:lnTo>
                <a:lnTo>
                  <a:pt x="10857090" y="941971"/>
                </a:lnTo>
                <a:lnTo>
                  <a:pt x="10859605" y="939457"/>
                </a:lnTo>
                <a:lnTo>
                  <a:pt x="10864520" y="934542"/>
                </a:lnTo>
                <a:lnTo>
                  <a:pt x="10867009" y="932053"/>
                </a:lnTo>
                <a:lnTo>
                  <a:pt x="10870832" y="926325"/>
                </a:lnTo>
                <a:lnTo>
                  <a:pt x="10872140" y="923175"/>
                </a:lnTo>
                <a:lnTo>
                  <a:pt x="10872203" y="923048"/>
                </a:lnTo>
                <a:lnTo>
                  <a:pt x="10873384" y="920153"/>
                </a:lnTo>
                <a:lnTo>
                  <a:pt x="10873524" y="919822"/>
                </a:lnTo>
                <a:lnTo>
                  <a:pt x="10873791" y="919175"/>
                </a:lnTo>
                <a:lnTo>
                  <a:pt x="10874858" y="916622"/>
                </a:lnTo>
                <a:lnTo>
                  <a:pt x="10876204" y="913358"/>
                </a:lnTo>
                <a:lnTo>
                  <a:pt x="10877550" y="906602"/>
                </a:lnTo>
                <a:lnTo>
                  <a:pt x="10877550" y="903185"/>
                </a:lnTo>
                <a:lnTo>
                  <a:pt x="10877563" y="903046"/>
                </a:lnTo>
                <a:lnTo>
                  <a:pt x="10877563" y="49453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48840" y="1141349"/>
            <a:ext cx="2868295" cy="2350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5">
                <a:solidFill>
                  <a:srgbClr val="373B48"/>
                </a:solidFill>
                <a:latin typeface="Arial Black"/>
                <a:cs typeface="Arial Black"/>
              </a:rPr>
              <a:t>Random</a:t>
            </a:r>
            <a:r>
              <a:rPr dirty="0" sz="1450" spc="-12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450" spc="-100">
                <a:solidFill>
                  <a:srgbClr val="373B48"/>
                </a:solidFill>
                <a:latin typeface="Arial Black"/>
                <a:cs typeface="Arial Black"/>
              </a:rPr>
              <a:t>Forest</a:t>
            </a:r>
            <a:r>
              <a:rPr dirty="0" sz="1450" spc="-114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450" spc="-10">
                <a:solidFill>
                  <a:srgbClr val="373B48"/>
                </a:solidFill>
                <a:latin typeface="Arial Black"/>
                <a:cs typeface="Arial Black"/>
              </a:rPr>
              <a:t>Regressor</a:t>
            </a:r>
            <a:endParaRPr sz="1450">
              <a:latin typeface="Arial Black"/>
              <a:cs typeface="Arial Black"/>
            </a:endParaRPr>
          </a:p>
          <a:p>
            <a:pPr marL="254000" marR="423545">
              <a:lnSpc>
                <a:spcPct val="145800"/>
              </a:lnSpc>
              <a:spcBef>
                <a:spcPts val="850"/>
              </a:spcBef>
            </a:pP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Handles</a:t>
            </a:r>
            <a:r>
              <a:rPr dirty="0" sz="1200" spc="-2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1586B"/>
                </a:solidFill>
                <a:latin typeface="Tahoma"/>
                <a:cs typeface="Tahoma"/>
              </a:rPr>
              <a:t>non-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linear</a:t>
            </a:r>
            <a:r>
              <a:rPr dirty="0" sz="1200" spc="-2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relationships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High</a:t>
            </a:r>
            <a:r>
              <a:rPr dirty="0" sz="1200" spc="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prediction</a:t>
            </a:r>
            <a:r>
              <a:rPr dirty="0" sz="1200" spc="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accuracy</a:t>
            </a:r>
            <a:endParaRPr sz="1200">
              <a:latin typeface="Tahoma"/>
              <a:cs typeface="Tahoma"/>
            </a:endParaRPr>
          </a:p>
          <a:p>
            <a:pPr marL="254000" marR="5080">
              <a:lnSpc>
                <a:spcPct val="140600"/>
              </a:lnSpc>
            </a:pP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Less</a:t>
            </a:r>
            <a:r>
              <a:rPr dirty="0" sz="1200" spc="-3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overfitting</a:t>
            </a:r>
            <a:r>
              <a:rPr dirty="0" sz="1200" spc="-2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51586B"/>
                </a:solidFill>
                <a:latin typeface="Tahoma"/>
                <a:cs typeface="Tahoma"/>
              </a:rPr>
              <a:t>vs.</a:t>
            </a:r>
            <a:r>
              <a:rPr dirty="0" sz="1200" spc="-3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single</a:t>
            </a:r>
            <a:r>
              <a:rPr dirty="0" sz="1200" spc="-2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decision</a:t>
            </a:r>
            <a:r>
              <a:rPr dirty="0" sz="1200" spc="-3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1586B"/>
                </a:solidFill>
                <a:latin typeface="Tahoma"/>
                <a:cs typeface="Tahoma"/>
              </a:rPr>
              <a:t>tree Works</a:t>
            </a:r>
            <a:r>
              <a:rPr dirty="0" sz="1200" spc="-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well</a:t>
            </a:r>
            <a:r>
              <a:rPr dirty="0" sz="1200" spc="-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on</a:t>
            </a:r>
            <a:r>
              <a:rPr dirty="0" sz="1200" spc="-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structured</a:t>
            </a:r>
            <a:r>
              <a:rPr dirty="0" sz="1200" spc="-3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datasets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200">
              <a:latin typeface="Tahoma"/>
              <a:cs typeface="Tahoma"/>
            </a:endParaRPr>
          </a:p>
          <a:p>
            <a:pPr marL="193675" marR="335915">
              <a:lnSpc>
                <a:spcPct val="119800"/>
              </a:lnSpc>
            </a:pPr>
            <a:r>
              <a:rPr dirty="0" sz="1200" spc="-30">
                <a:solidFill>
                  <a:srgbClr val="51586B"/>
                </a:solidFill>
                <a:latin typeface="Trebuchet MS"/>
                <a:cs typeface="Trebuchet MS"/>
              </a:rPr>
              <a:t>X_train, </a:t>
            </a:r>
            <a:r>
              <a:rPr dirty="0" sz="1200" spc="-40">
                <a:solidFill>
                  <a:srgbClr val="51586B"/>
                </a:solidFill>
                <a:latin typeface="Trebuchet MS"/>
                <a:cs typeface="Trebuchet MS"/>
              </a:rPr>
              <a:t>X_test,</a:t>
            </a:r>
            <a:r>
              <a:rPr dirty="0" sz="1200" spc="-30">
                <a:solidFill>
                  <a:srgbClr val="51586B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51586B"/>
                </a:solidFill>
                <a:latin typeface="Trebuchet MS"/>
                <a:cs typeface="Trebuchet MS"/>
              </a:rPr>
              <a:t>Y_train,</a:t>
            </a:r>
            <a:r>
              <a:rPr dirty="0" sz="1200" spc="-30">
                <a:solidFill>
                  <a:srgbClr val="51586B"/>
                </a:solidFill>
                <a:latin typeface="Trebuchet MS"/>
                <a:cs typeface="Trebuchet MS"/>
              </a:rPr>
              <a:t> Y_test </a:t>
            </a:r>
            <a:r>
              <a:rPr dirty="0" sz="1200">
                <a:solidFill>
                  <a:srgbClr val="51586B"/>
                </a:solidFill>
                <a:latin typeface="Trebuchet MS"/>
                <a:cs typeface="Trebuchet MS"/>
              </a:rPr>
              <a:t>= </a:t>
            </a:r>
            <a:r>
              <a:rPr dirty="0" sz="1200" spc="-30">
                <a:solidFill>
                  <a:srgbClr val="51586B"/>
                </a:solidFill>
                <a:latin typeface="Trebuchet MS"/>
                <a:cs typeface="Trebuchet MS"/>
              </a:rPr>
              <a:t>train_test_split(</a:t>
            </a:r>
            <a:r>
              <a:rPr dirty="0" sz="1200" spc="-30">
                <a:solidFill>
                  <a:srgbClr val="005CC5"/>
                </a:solidFill>
                <a:latin typeface="Trebuchet MS"/>
                <a:cs typeface="Trebuchet MS"/>
              </a:rPr>
              <a:t>X</a:t>
            </a:r>
            <a:r>
              <a:rPr dirty="0" sz="1200" spc="-30">
                <a:solidFill>
                  <a:srgbClr val="51586B"/>
                </a:solidFill>
                <a:latin typeface="Trebuchet MS"/>
                <a:cs typeface="Trebuchet MS"/>
              </a:rPr>
              <a:t>,</a:t>
            </a:r>
            <a:r>
              <a:rPr dirty="0" sz="1200" spc="5">
                <a:solidFill>
                  <a:srgbClr val="51586B"/>
                </a:solidFill>
                <a:latin typeface="Trebuchet MS"/>
                <a:cs typeface="Trebuchet MS"/>
              </a:rPr>
              <a:t> </a:t>
            </a:r>
            <a:r>
              <a:rPr dirty="0" sz="1200" spc="-85">
                <a:solidFill>
                  <a:srgbClr val="005CC5"/>
                </a:solidFill>
                <a:latin typeface="Trebuchet MS"/>
                <a:cs typeface="Trebuchet MS"/>
              </a:rPr>
              <a:t>Y</a:t>
            </a:r>
            <a:r>
              <a:rPr dirty="0" sz="1200" spc="-85">
                <a:solidFill>
                  <a:srgbClr val="51586B"/>
                </a:solidFill>
                <a:latin typeface="Trebuchet MS"/>
                <a:cs typeface="Trebuchet MS"/>
              </a:rPr>
              <a:t>,</a:t>
            </a:r>
            <a:r>
              <a:rPr dirty="0" sz="1200" spc="5">
                <a:solidFill>
                  <a:srgbClr val="51586B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rebuchet MS"/>
                <a:cs typeface="Trebuchet MS"/>
              </a:rPr>
              <a:t>test_size=</a:t>
            </a:r>
            <a:r>
              <a:rPr dirty="0" sz="1200" spc="-10">
                <a:solidFill>
                  <a:srgbClr val="005CC5"/>
                </a:solidFill>
                <a:latin typeface="Trebuchet MS"/>
                <a:cs typeface="Trebuchet MS"/>
              </a:rPr>
              <a:t>0.2</a:t>
            </a:r>
            <a:r>
              <a:rPr dirty="0" sz="1200" spc="-10">
                <a:solidFill>
                  <a:srgbClr val="51586B"/>
                </a:solidFill>
                <a:latin typeface="Trebuchet MS"/>
                <a:cs typeface="Trebuchet MS"/>
              </a:rPr>
              <a:t>, random_state=</a:t>
            </a:r>
            <a:r>
              <a:rPr dirty="0" sz="1200" spc="-10">
                <a:solidFill>
                  <a:srgbClr val="005CC5"/>
                </a:solidFill>
                <a:latin typeface="Trebuchet MS"/>
                <a:cs typeface="Trebuchet MS"/>
              </a:rPr>
              <a:t>2</a:t>
            </a:r>
            <a:r>
              <a:rPr dirty="0" sz="1200" spc="-10">
                <a:solidFill>
                  <a:srgbClr val="51586B"/>
                </a:solidFill>
                <a:latin typeface="Trebuchet MS"/>
                <a:cs typeface="Trebuchet MS"/>
              </a:rPr>
              <a:t>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840" y="3827398"/>
            <a:ext cx="1492885" cy="6356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0">
                <a:solidFill>
                  <a:srgbClr val="373B48"/>
                </a:solidFill>
                <a:latin typeface="Arial Black"/>
                <a:cs typeface="Arial Black"/>
              </a:rPr>
              <a:t>Training</a:t>
            </a:r>
            <a:r>
              <a:rPr dirty="0" sz="1450" spc="-85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450" spc="-75">
                <a:solidFill>
                  <a:srgbClr val="373B48"/>
                </a:solidFill>
                <a:latin typeface="Arial Black"/>
                <a:cs typeface="Arial Black"/>
              </a:rPr>
              <a:t>Results</a:t>
            </a:r>
            <a:endParaRPr sz="14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dirty="0" sz="1200" spc="-65">
                <a:solidFill>
                  <a:srgbClr val="51586B"/>
                </a:solidFill>
                <a:latin typeface="Tahoma"/>
                <a:cs typeface="Tahoma"/>
              </a:rPr>
              <a:t>Train-</a:t>
            </a:r>
            <a:r>
              <a:rPr dirty="0" sz="1200" spc="-30">
                <a:solidFill>
                  <a:srgbClr val="51586B"/>
                </a:solidFill>
                <a:latin typeface="Tahoma"/>
                <a:cs typeface="Tahoma"/>
              </a:rPr>
              <a:t>Test</a:t>
            </a:r>
            <a:r>
              <a:rPr dirty="0" sz="1200" spc="-2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Split:</a:t>
            </a:r>
            <a:r>
              <a:rPr dirty="0" sz="1200" spc="-2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35" b="1">
                <a:solidFill>
                  <a:srgbClr val="51586B"/>
                </a:solidFill>
                <a:latin typeface="Tahoma"/>
                <a:cs typeface="Tahoma"/>
              </a:rPr>
              <a:t>80:20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18480" y="4268606"/>
            <a:ext cx="1355090" cy="1594485"/>
          </a:xfrm>
          <a:prstGeom prst="rect">
            <a:avLst/>
          </a:prstGeom>
        </p:spPr>
        <p:txBody>
          <a:bodyPr wrap="square" lIns="0" tIns="360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35"/>
              </a:spcBef>
            </a:pPr>
            <a:r>
              <a:rPr dirty="0" sz="3900" spc="-270">
                <a:solidFill>
                  <a:srgbClr val="51586B"/>
                </a:solidFill>
                <a:latin typeface="Arial Black"/>
                <a:cs typeface="Arial Black"/>
              </a:rPr>
              <a:t>0.989</a:t>
            </a:r>
            <a:endParaRPr sz="39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070"/>
              </a:spcBef>
            </a:pPr>
            <a:r>
              <a:rPr dirty="0" sz="1450" spc="-45">
                <a:solidFill>
                  <a:srgbClr val="51586B"/>
                </a:solidFill>
                <a:latin typeface="Arial Black"/>
                <a:cs typeface="Arial Black"/>
              </a:rPr>
              <a:t>R²</a:t>
            </a:r>
            <a:r>
              <a:rPr dirty="0" sz="1450" spc="-150">
                <a:solidFill>
                  <a:srgbClr val="51586B"/>
                </a:solidFill>
                <a:latin typeface="Arial Black"/>
                <a:cs typeface="Arial Black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Arial Black"/>
                <a:cs typeface="Arial Black"/>
              </a:rPr>
              <a:t>Score</a:t>
            </a:r>
            <a:endParaRPr sz="145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Excellent</a:t>
            </a:r>
            <a:r>
              <a:rPr dirty="0" sz="1200" spc="-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model</a:t>
            </a:r>
            <a:r>
              <a:rPr dirty="0" sz="1200" spc="-3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1586B"/>
                </a:solidFill>
                <a:latin typeface="Tahoma"/>
                <a:cs typeface="Tahoma"/>
              </a:rPr>
              <a:t>fit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843" y="6008338"/>
            <a:ext cx="7219950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The</a:t>
            </a:r>
            <a:r>
              <a:rPr dirty="0" sz="1200" spc="-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model</a:t>
            </a:r>
            <a:r>
              <a:rPr dirty="0" sz="1200" spc="-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achieved</a:t>
            </a:r>
            <a:r>
              <a:rPr dirty="0" sz="1200" spc="-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an</a:t>
            </a:r>
            <a:r>
              <a:rPr dirty="0" sz="1200" spc="-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55">
                <a:solidFill>
                  <a:srgbClr val="51586B"/>
                </a:solidFill>
                <a:latin typeface="Tahoma"/>
                <a:cs typeface="Tahoma"/>
              </a:rPr>
              <a:t>R²</a:t>
            </a:r>
            <a:r>
              <a:rPr dirty="0" sz="1200" spc="-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score</a:t>
            </a:r>
            <a:r>
              <a:rPr dirty="0" sz="1200" spc="-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of</a:t>
            </a:r>
            <a:r>
              <a:rPr dirty="0" sz="1200" spc="-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20" b="1">
                <a:solidFill>
                  <a:srgbClr val="51586B"/>
                </a:solidFill>
                <a:latin typeface="Tahoma"/>
                <a:cs typeface="Tahoma"/>
              </a:rPr>
              <a:t>0.9896</a:t>
            </a:r>
            <a:r>
              <a:rPr dirty="0" sz="1200" spc="-120">
                <a:solidFill>
                  <a:srgbClr val="51586B"/>
                </a:solidFill>
                <a:latin typeface="Tahoma"/>
                <a:cs typeface="Tahoma"/>
              </a:rPr>
              <a:t>,</a:t>
            </a:r>
            <a:r>
              <a:rPr dirty="0" sz="1200" spc="-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demonstrating</a:t>
            </a:r>
            <a:r>
              <a:rPr dirty="0" sz="1200" spc="-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exceptional</a:t>
            </a:r>
            <a:r>
              <a:rPr dirty="0" sz="1200" spc="-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predictive</a:t>
            </a:r>
            <a:r>
              <a:rPr dirty="0" sz="1200" spc="-3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performance</a:t>
            </a:r>
            <a:r>
              <a:rPr dirty="0" sz="1200" spc="-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on</a:t>
            </a:r>
            <a:r>
              <a:rPr dirty="0" sz="1200" spc="-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1586B"/>
                </a:solidFill>
                <a:latin typeface="Tahoma"/>
                <a:cs typeface="Tahoma"/>
              </a:rPr>
              <a:t>test</a:t>
            </a:r>
            <a:r>
              <a:rPr dirty="0" sz="1200" spc="-4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1586B"/>
                </a:solidFill>
                <a:latin typeface="Tahoma"/>
                <a:cs typeface="Tahoma"/>
              </a:rPr>
              <a:t>data.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150522" y="6256353"/>
            <a:ext cx="2094230" cy="584200"/>
            <a:chOff x="10150522" y="6256353"/>
            <a:chExt cx="2094230" cy="584200"/>
          </a:xfrm>
        </p:grpSpPr>
        <p:pic>
          <p:nvPicPr>
            <p:cNvPr id="13" name="object 1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245" y="6343649"/>
              <a:ext cx="1754504" cy="419100"/>
            </a:xfrm>
            <a:prstGeom prst="rect">
              <a:avLst/>
            </a:prstGeom>
          </p:spPr>
        </p:pic>
        <p:sp>
          <p:nvSpPr>
            <p:cNvPr id="14" name="object 14">
              <a:hlinkClick r:id="rId2"/>
            </p:cNvPr>
            <p:cNvSpPr/>
            <p:nvPr/>
          </p:nvSpPr>
          <p:spPr>
            <a:xfrm>
              <a:off x="10241432" y="6368232"/>
              <a:ext cx="1687830" cy="288290"/>
            </a:xfrm>
            <a:custGeom>
              <a:avLst/>
              <a:gdLst/>
              <a:ahLst/>
              <a:cxnLst/>
              <a:rect l="l" t="t" r="r" b="b"/>
              <a:pathLst>
                <a:path w="1687829" h="288290">
                  <a:moveTo>
                    <a:pt x="0" y="0"/>
                  </a:moveTo>
                  <a:lnTo>
                    <a:pt x="14046" y="38992"/>
                  </a:lnTo>
                  <a:lnTo>
                    <a:pt x="56261" y="107992"/>
                  </a:lnTo>
                  <a:lnTo>
                    <a:pt x="94957" y="156015"/>
                  </a:lnTo>
                  <a:lnTo>
                    <a:pt x="108991" y="165045"/>
                  </a:lnTo>
                  <a:lnTo>
                    <a:pt x="119557" y="174021"/>
                  </a:lnTo>
                  <a:lnTo>
                    <a:pt x="140639" y="183051"/>
                  </a:lnTo>
                  <a:lnTo>
                    <a:pt x="182816" y="207062"/>
                  </a:lnTo>
                  <a:lnTo>
                    <a:pt x="203949" y="213068"/>
                  </a:lnTo>
                  <a:lnTo>
                    <a:pt x="217982" y="219073"/>
                  </a:lnTo>
                  <a:lnTo>
                    <a:pt x="235597" y="225068"/>
                  </a:lnTo>
                  <a:lnTo>
                    <a:pt x="284810" y="249080"/>
                  </a:lnTo>
                  <a:lnTo>
                    <a:pt x="309410" y="258066"/>
                  </a:lnTo>
                  <a:lnTo>
                    <a:pt x="330492" y="264061"/>
                  </a:lnTo>
                  <a:lnTo>
                    <a:pt x="344589" y="264061"/>
                  </a:lnTo>
                  <a:lnTo>
                    <a:pt x="362153" y="267086"/>
                  </a:lnTo>
                  <a:lnTo>
                    <a:pt x="383235" y="273091"/>
                  </a:lnTo>
                  <a:lnTo>
                    <a:pt x="404368" y="279097"/>
                  </a:lnTo>
                  <a:lnTo>
                    <a:pt x="425450" y="285102"/>
                  </a:lnTo>
                  <a:lnTo>
                    <a:pt x="446532" y="288073"/>
                  </a:lnTo>
                  <a:lnTo>
                    <a:pt x="632917" y="288073"/>
                  </a:lnTo>
                  <a:lnTo>
                    <a:pt x="653999" y="285102"/>
                  </a:lnTo>
                  <a:lnTo>
                    <a:pt x="748957" y="267086"/>
                  </a:lnTo>
                  <a:lnTo>
                    <a:pt x="787603" y="261091"/>
                  </a:lnTo>
                  <a:lnTo>
                    <a:pt x="815721" y="258066"/>
                  </a:lnTo>
                  <a:lnTo>
                    <a:pt x="843851" y="252061"/>
                  </a:lnTo>
                  <a:lnTo>
                    <a:pt x="879030" y="246055"/>
                  </a:lnTo>
                  <a:lnTo>
                    <a:pt x="910678" y="240050"/>
                  </a:lnTo>
                  <a:lnTo>
                    <a:pt x="949375" y="234055"/>
                  </a:lnTo>
                  <a:lnTo>
                    <a:pt x="988021" y="231074"/>
                  </a:lnTo>
                  <a:lnTo>
                    <a:pt x="1012672" y="228049"/>
                  </a:lnTo>
                  <a:lnTo>
                    <a:pt x="1033754" y="225068"/>
                  </a:lnTo>
                  <a:lnTo>
                    <a:pt x="1047800" y="222044"/>
                  </a:lnTo>
                  <a:lnTo>
                    <a:pt x="1061885" y="219073"/>
                  </a:lnTo>
                  <a:lnTo>
                    <a:pt x="1075931" y="216038"/>
                  </a:lnTo>
                  <a:lnTo>
                    <a:pt x="1670202" y="216038"/>
                  </a:lnTo>
                  <a:lnTo>
                    <a:pt x="1677200" y="213068"/>
                  </a:lnTo>
                  <a:lnTo>
                    <a:pt x="1684235" y="207062"/>
                  </a:lnTo>
                  <a:lnTo>
                    <a:pt x="1687766" y="198032"/>
                  </a:lnTo>
                  <a:lnTo>
                    <a:pt x="1687766" y="117022"/>
                  </a:lnTo>
                  <a:lnTo>
                    <a:pt x="1673720" y="81010"/>
                  </a:lnTo>
                  <a:lnTo>
                    <a:pt x="1663153" y="72023"/>
                  </a:lnTo>
                  <a:lnTo>
                    <a:pt x="1656105" y="68999"/>
                  </a:lnTo>
                  <a:lnTo>
                    <a:pt x="1645589" y="62993"/>
                  </a:lnTo>
                  <a:lnTo>
                    <a:pt x="1631505" y="50993"/>
                  </a:lnTo>
                  <a:lnTo>
                    <a:pt x="1620939" y="48012"/>
                  </a:lnTo>
                  <a:lnTo>
                    <a:pt x="1610423" y="48012"/>
                  </a:lnTo>
                  <a:lnTo>
                    <a:pt x="1592808" y="44987"/>
                  </a:lnTo>
                  <a:lnTo>
                    <a:pt x="1575244" y="42017"/>
                  </a:lnTo>
                  <a:lnTo>
                    <a:pt x="1554162" y="38992"/>
                  </a:lnTo>
                  <a:lnTo>
                    <a:pt x="1536547" y="36011"/>
                  </a:lnTo>
                  <a:lnTo>
                    <a:pt x="1170876" y="36011"/>
                  </a:lnTo>
                  <a:lnTo>
                    <a:pt x="1163840" y="38992"/>
                  </a:lnTo>
                  <a:lnTo>
                    <a:pt x="1153325" y="42017"/>
                  </a:lnTo>
                  <a:lnTo>
                    <a:pt x="1142746" y="44987"/>
                  </a:lnTo>
                  <a:lnTo>
                    <a:pt x="1135710" y="50993"/>
                  </a:lnTo>
                  <a:lnTo>
                    <a:pt x="1128712" y="54017"/>
                  </a:lnTo>
                  <a:lnTo>
                    <a:pt x="1121664" y="56998"/>
                  </a:lnTo>
                  <a:lnTo>
                    <a:pt x="1114628" y="60023"/>
                  </a:lnTo>
                  <a:lnTo>
                    <a:pt x="1104061" y="60023"/>
                  </a:lnTo>
                  <a:lnTo>
                    <a:pt x="1082967" y="62993"/>
                  </a:lnTo>
                  <a:lnTo>
                    <a:pt x="1058367" y="68999"/>
                  </a:lnTo>
                  <a:lnTo>
                    <a:pt x="1037285" y="75004"/>
                  </a:lnTo>
                  <a:lnTo>
                    <a:pt x="1019670" y="83980"/>
                  </a:lnTo>
                  <a:lnTo>
                    <a:pt x="1005636" y="89986"/>
                  </a:lnTo>
                  <a:lnTo>
                    <a:pt x="995070" y="93010"/>
                  </a:lnTo>
                  <a:lnTo>
                    <a:pt x="966939" y="99016"/>
                  </a:lnTo>
                  <a:lnTo>
                    <a:pt x="938809" y="101986"/>
                  </a:lnTo>
                  <a:lnTo>
                    <a:pt x="914196" y="105021"/>
                  </a:lnTo>
                  <a:lnTo>
                    <a:pt x="889596" y="107992"/>
                  </a:lnTo>
                  <a:lnTo>
                    <a:pt x="566089" y="107992"/>
                  </a:lnTo>
                  <a:lnTo>
                    <a:pt x="545007" y="111016"/>
                  </a:lnTo>
                  <a:lnTo>
                    <a:pt x="520407" y="113997"/>
                  </a:lnTo>
                  <a:lnTo>
                    <a:pt x="495795" y="120003"/>
                  </a:lnTo>
                  <a:lnTo>
                    <a:pt x="474662" y="125998"/>
                  </a:lnTo>
                  <a:lnTo>
                    <a:pt x="460629" y="129033"/>
                  </a:lnTo>
                  <a:lnTo>
                    <a:pt x="450062" y="132003"/>
                  </a:lnTo>
                  <a:lnTo>
                    <a:pt x="376237" y="132003"/>
                  </a:lnTo>
                  <a:lnTo>
                    <a:pt x="362153" y="135028"/>
                  </a:lnTo>
                  <a:lnTo>
                    <a:pt x="351637" y="138009"/>
                  </a:lnTo>
                  <a:lnTo>
                    <a:pt x="344589" y="141033"/>
                  </a:lnTo>
                  <a:lnTo>
                    <a:pt x="337540" y="144014"/>
                  </a:lnTo>
                  <a:lnTo>
                    <a:pt x="291846" y="144014"/>
                  </a:lnTo>
                  <a:lnTo>
                    <a:pt x="284810" y="141033"/>
                  </a:lnTo>
                  <a:lnTo>
                    <a:pt x="281279" y="135028"/>
                  </a:lnTo>
                  <a:lnTo>
                    <a:pt x="281279" y="111016"/>
                  </a:lnTo>
                  <a:lnTo>
                    <a:pt x="277761" y="105021"/>
                  </a:lnTo>
                  <a:lnTo>
                    <a:pt x="274243" y="95991"/>
                  </a:lnTo>
                  <a:lnTo>
                    <a:pt x="270713" y="87005"/>
                  </a:lnTo>
                  <a:lnTo>
                    <a:pt x="270713" y="81010"/>
                  </a:lnTo>
                  <a:lnTo>
                    <a:pt x="274243" y="75004"/>
                  </a:lnTo>
                  <a:lnTo>
                    <a:pt x="277761" y="72023"/>
                  </a:lnTo>
                  <a:lnTo>
                    <a:pt x="291846" y="72023"/>
                  </a:lnTo>
                  <a:lnTo>
                    <a:pt x="302374" y="68999"/>
                  </a:lnTo>
                  <a:lnTo>
                    <a:pt x="316458" y="66028"/>
                  </a:lnTo>
                  <a:lnTo>
                    <a:pt x="330492" y="62993"/>
                  </a:lnTo>
                  <a:lnTo>
                    <a:pt x="344589" y="60023"/>
                  </a:lnTo>
                  <a:lnTo>
                    <a:pt x="450062" y="60023"/>
                  </a:lnTo>
                  <a:lnTo>
                    <a:pt x="460629" y="56998"/>
                  </a:lnTo>
                  <a:lnTo>
                    <a:pt x="471144" y="54017"/>
                  </a:lnTo>
                  <a:lnTo>
                    <a:pt x="485228" y="50993"/>
                  </a:lnTo>
                  <a:lnTo>
                    <a:pt x="502793" y="48012"/>
                  </a:lnTo>
                  <a:lnTo>
                    <a:pt x="555523" y="48012"/>
                  </a:lnTo>
                  <a:lnTo>
                    <a:pt x="573138" y="44987"/>
                  </a:lnTo>
                  <a:lnTo>
                    <a:pt x="590702" y="42017"/>
                  </a:lnTo>
                  <a:lnTo>
                    <a:pt x="608304" y="38992"/>
                  </a:lnTo>
                  <a:lnTo>
                    <a:pt x="632917" y="32987"/>
                  </a:lnTo>
                  <a:lnTo>
                    <a:pt x="653999" y="30006"/>
                  </a:lnTo>
                  <a:lnTo>
                    <a:pt x="682129" y="26981"/>
                  </a:lnTo>
                  <a:lnTo>
                    <a:pt x="706729" y="24000"/>
                  </a:lnTo>
                  <a:lnTo>
                    <a:pt x="1160310" y="24000"/>
                  </a:lnTo>
                </a:path>
              </a:pathLst>
            </a:custGeom>
            <a:ln w="1815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>
              <a:hlinkClick r:id="rId2"/>
            </p:cNvPr>
            <p:cNvSpPr/>
            <p:nvPr/>
          </p:nvSpPr>
          <p:spPr>
            <a:xfrm>
              <a:off x="11116157" y="6368073"/>
              <a:ext cx="1017269" cy="360680"/>
            </a:xfrm>
            <a:custGeom>
              <a:avLst/>
              <a:gdLst/>
              <a:ahLst/>
              <a:cxnLst/>
              <a:rect l="l" t="t" r="r" b="b"/>
              <a:pathLst>
                <a:path w="1017270" h="360679">
                  <a:moveTo>
                    <a:pt x="0" y="360267"/>
                  </a:moveTo>
                  <a:lnTo>
                    <a:pt x="581723" y="360267"/>
                  </a:lnTo>
                  <a:lnTo>
                    <a:pt x="615950" y="355410"/>
                  </a:lnTo>
                  <a:lnTo>
                    <a:pt x="655091" y="350541"/>
                  </a:lnTo>
                  <a:lnTo>
                    <a:pt x="694182" y="345634"/>
                  </a:lnTo>
                  <a:lnTo>
                    <a:pt x="728421" y="340777"/>
                  </a:lnTo>
                  <a:lnTo>
                    <a:pt x="987475" y="340777"/>
                  </a:lnTo>
                  <a:lnTo>
                    <a:pt x="1002157" y="335908"/>
                  </a:lnTo>
                  <a:lnTo>
                    <a:pt x="1011936" y="326182"/>
                  </a:lnTo>
                  <a:lnTo>
                    <a:pt x="1016850" y="316468"/>
                  </a:lnTo>
                  <a:lnTo>
                    <a:pt x="1016850" y="287240"/>
                  </a:lnTo>
                  <a:lnTo>
                    <a:pt x="1011936" y="277514"/>
                  </a:lnTo>
                  <a:lnTo>
                    <a:pt x="1007021" y="262880"/>
                  </a:lnTo>
                  <a:lnTo>
                    <a:pt x="1002157" y="248298"/>
                  </a:lnTo>
                  <a:lnTo>
                    <a:pt x="992390" y="238521"/>
                  </a:lnTo>
                  <a:lnTo>
                    <a:pt x="987475" y="223938"/>
                  </a:lnTo>
                  <a:lnTo>
                    <a:pt x="982611" y="199579"/>
                  </a:lnTo>
                  <a:lnTo>
                    <a:pt x="977709" y="180140"/>
                  </a:lnTo>
                  <a:lnTo>
                    <a:pt x="977709" y="150911"/>
                  </a:lnTo>
                  <a:lnTo>
                    <a:pt x="972845" y="126552"/>
                  </a:lnTo>
                  <a:lnTo>
                    <a:pt x="967930" y="111969"/>
                  </a:lnTo>
                  <a:lnTo>
                    <a:pt x="963066" y="92479"/>
                  </a:lnTo>
                  <a:lnTo>
                    <a:pt x="953249" y="77896"/>
                  </a:lnTo>
                  <a:lnTo>
                    <a:pt x="948385" y="58444"/>
                  </a:lnTo>
                  <a:lnTo>
                    <a:pt x="943470" y="38942"/>
                  </a:lnTo>
                  <a:lnTo>
                    <a:pt x="933704" y="24359"/>
                  </a:lnTo>
                  <a:lnTo>
                    <a:pt x="928839" y="9726"/>
                  </a:lnTo>
                  <a:lnTo>
                    <a:pt x="919060" y="0"/>
                  </a:lnTo>
                </a:path>
              </a:pathLst>
            </a:custGeom>
            <a:ln w="22343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00" y="0"/>
            <a:ext cx="4572000" cy="6947534"/>
            <a:chOff x="7620000" y="0"/>
            <a:chExt cx="4572000" cy="69475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0" y="0"/>
              <a:ext cx="4572000" cy="6857999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5" y="6343650"/>
              <a:ext cx="1754504" cy="419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237762" y="6504130"/>
              <a:ext cx="1731010" cy="354330"/>
            </a:xfrm>
            <a:custGeom>
              <a:avLst/>
              <a:gdLst/>
              <a:ahLst/>
              <a:cxnLst/>
              <a:rect l="l" t="t" r="r" b="b"/>
              <a:pathLst>
                <a:path w="1731009" h="354329">
                  <a:moveTo>
                    <a:pt x="54267" y="82507"/>
                  </a:moveTo>
                  <a:lnTo>
                    <a:pt x="359765" y="82507"/>
                  </a:lnTo>
                  <a:lnTo>
                    <a:pt x="369938" y="85484"/>
                  </a:lnTo>
                  <a:lnTo>
                    <a:pt x="376732" y="88406"/>
                  </a:lnTo>
                  <a:lnTo>
                    <a:pt x="383476" y="91383"/>
                  </a:lnTo>
                  <a:lnTo>
                    <a:pt x="390271" y="94305"/>
                  </a:lnTo>
                  <a:lnTo>
                    <a:pt x="794143" y="94305"/>
                  </a:lnTo>
                  <a:lnTo>
                    <a:pt x="804367" y="97238"/>
                  </a:lnTo>
                  <a:lnTo>
                    <a:pt x="814539" y="100215"/>
                  </a:lnTo>
                  <a:lnTo>
                    <a:pt x="824699" y="103137"/>
                  </a:lnTo>
                  <a:lnTo>
                    <a:pt x="834872" y="106114"/>
                  </a:lnTo>
                  <a:lnTo>
                    <a:pt x="858634" y="106114"/>
                  </a:lnTo>
                  <a:lnTo>
                    <a:pt x="885825" y="111968"/>
                  </a:lnTo>
                  <a:lnTo>
                    <a:pt x="899363" y="114945"/>
                  </a:lnTo>
                  <a:lnTo>
                    <a:pt x="912964" y="117878"/>
                  </a:lnTo>
                  <a:lnTo>
                    <a:pt x="994422" y="117878"/>
                  </a:lnTo>
                  <a:lnTo>
                    <a:pt x="1008011" y="120855"/>
                  </a:lnTo>
                  <a:lnTo>
                    <a:pt x="1028357" y="123777"/>
                  </a:lnTo>
                  <a:lnTo>
                    <a:pt x="1045324" y="126710"/>
                  </a:lnTo>
                  <a:lnTo>
                    <a:pt x="1062291" y="129676"/>
                  </a:lnTo>
                  <a:lnTo>
                    <a:pt x="1119974" y="129676"/>
                  </a:lnTo>
                  <a:lnTo>
                    <a:pt x="1130147" y="132609"/>
                  </a:lnTo>
                  <a:lnTo>
                    <a:pt x="1140371" y="135586"/>
                  </a:lnTo>
                  <a:lnTo>
                    <a:pt x="1160716" y="141441"/>
                  </a:lnTo>
                  <a:lnTo>
                    <a:pt x="1452613" y="141441"/>
                  </a:lnTo>
                  <a:lnTo>
                    <a:pt x="1459407" y="138508"/>
                  </a:lnTo>
                  <a:lnTo>
                    <a:pt x="1462785" y="132609"/>
                  </a:lnTo>
                  <a:lnTo>
                    <a:pt x="1466151" y="123777"/>
                  </a:lnTo>
                  <a:lnTo>
                    <a:pt x="1466151" y="111968"/>
                  </a:lnTo>
                  <a:lnTo>
                    <a:pt x="1469580" y="103137"/>
                  </a:lnTo>
                  <a:lnTo>
                    <a:pt x="1479753" y="97238"/>
                  </a:lnTo>
                  <a:lnTo>
                    <a:pt x="1500136" y="94305"/>
                  </a:lnTo>
                  <a:lnTo>
                    <a:pt x="1595145" y="94305"/>
                  </a:lnTo>
                  <a:lnTo>
                    <a:pt x="1608734" y="91383"/>
                  </a:lnTo>
                  <a:lnTo>
                    <a:pt x="1618907" y="88406"/>
                  </a:lnTo>
                  <a:lnTo>
                    <a:pt x="1629067" y="85484"/>
                  </a:lnTo>
                  <a:lnTo>
                    <a:pt x="1639290" y="82507"/>
                  </a:lnTo>
                  <a:lnTo>
                    <a:pt x="1642668" y="82507"/>
                  </a:lnTo>
                  <a:lnTo>
                    <a:pt x="1595145" y="82507"/>
                  </a:lnTo>
                  <a:lnTo>
                    <a:pt x="1584972" y="79574"/>
                  </a:lnTo>
                  <a:lnTo>
                    <a:pt x="1578178" y="76652"/>
                  </a:lnTo>
                  <a:lnTo>
                    <a:pt x="1571371" y="73675"/>
                  </a:lnTo>
                  <a:lnTo>
                    <a:pt x="1564576" y="70742"/>
                  </a:lnTo>
                  <a:lnTo>
                    <a:pt x="1557832" y="67765"/>
                  </a:lnTo>
                  <a:lnTo>
                    <a:pt x="1547609" y="64843"/>
                  </a:lnTo>
                  <a:lnTo>
                    <a:pt x="1537449" y="61910"/>
                  </a:lnTo>
                  <a:lnTo>
                    <a:pt x="1527276" y="58933"/>
                  </a:lnTo>
                  <a:lnTo>
                    <a:pt x="1377950" y="58933"/>
                  </a:lnTo>
                  <a:lnTo>
                    <a:pt x="1367726" y="56012"/>
                  </a:lnTo>
                  <a:lnTo>
                    <a:pt x="1357566" y="53035"/>
                  </a:lnTo>
                  <a:lnTo>
                    <a:pt x="1347393" y="50113"/>
                  </a:lnTo>
                  <a:lnTo>
                    <a:pt x="1333792" y="47180"/>
                  </a:lnTo>
                  <a:lnTo>
                    <a:pt x="1174305" y="47180"/>
                  </a:lnTo>
                  <a:lnTo>
                    <a:pt x="1153909" y="50113"/>
                  </a:lnTo>
                  <a:lnTo>
                    <a:pt x="1126782" y="56012"/>
                  </a:lnTo>
                  <a:lnTo>
                    <a:pt x="1096213" y="61910"/>
                  </a:lnTo>
                  <a:lnTo>
                    <a:pt x="1065707" y="70742"/>
                  </a:lnTo>
                  <a:lnTo>
                    <a:pt x="1045324" y="76652"/>
                  </a:lnTo>
                  <a:lnTo>
                    <a:pt x="1031722" y="79574"/>
                  </a:lnTo>
                  <a:lnTo>
                    <a:pt x="1021549" y="82507"/>
                  </a:lnTo>
                  <a:lnTo>
                    <a:pt x="651624" y="82507"/>
                  </a:lnTo>
                  <a:lnTo>
                    <a:pt x="638022" y="85484"/>
                  </a:lnTo>
                  <a:lnTo>
                    <a:pt x="624484" y="88406"/>
                  </a:lnTo>
                  <a:lnTo>
                    <a:pt x="610895" y="91383"/>
                  </a:lnTo>
                  <a:lnTo>
                    <a:pt x="597293" y="94305"/>
                  </a:lnTo>
                  <a:lnTo>
                    <a:pt x="23761" y="94305"/>
                  </a:lnTo>
                  <a:lnTo>
                    <a:pt x="16967" y="97238"/>
                  </a:lnTo>
                  <a:lnTo>
                    <a:pt x="16967" y="100215"/>
                  </a:lnTo>
                  <a:lnTo>
                    <a:pt x="23761" y="103137"/>
                  </a:lnTo>
                  <a:lnTo>
                    <a:pt x="30505" y="109047"/>
                  </a:lnTo>
                  <a:lnTo>
                    <a:pt x="40728" y="114945"/>
                  </a:lnTo>
                  <a:lnTo>
                    <a:pt x="47472" y="123777"/>
                  </a:lnTo>
                  <a:lnTo>
                    <a:pt x="54267" y="132609"/>
                  </a:lnTo>
                  <a:lnTo>
                    <a:pt x="64490" y="138508"/>
                  </a:lnTo>
                  <a:lnTo>
                    <a:pt x="74663" y="141441"/>
                  </a:lnTo>
                  <a:lnTo>
                    <a:pt x="94996" y="141441"/>
                  </a:lnTo>
                  <a:lnTo>
                    <a:pt x="101803" y="144418"/>
                  </a:lnTo>
                  <a:lnTo>
                    <a:pt x="105219" y="150317"/>
                  </a:lnTo>
                  <a:lnTo>
                    <a:pt x="111963" y="159149"/>
                  </a:lnTo>
                  <a:lnTo>
                    <a:pt x="115392" y="170902"/>
                  </a:lnTo>
                  <a:lnTo>
                    <a:pt x="122186" y="179734"/>
                  </a:lnTo>
                  <a:lnTo>
                    <a:pt x="128930" y="185644"/>
                  </a:lnTo>
                  <a:lnTo>
                    <a:pt x="135724" y="188621"/>
                  </a:lnTo>
                  <a:lnTo>
                    <a:pt x="149326" y="194476"/>
                  </a:lnTo>
                  <a:lnTo>
                    <a:pt x="156121" y="197453"/>
                  </a:lnTo>
                  <a:lnTo>
                    <a:pt x="162915" y="200375"/>
                  </a:lnTo>
                  <a:lnTo>
                    <a:pt x="173088" y="203352"/>
                  </a:lnTo>
                  <a:lnTo>
                    <a:pt x="183260" y="206274"/>
                  </a:lnTo>
                  <a:lnTo>
                    <a:pt x="203593" y="218083"/>
                  </a:lnTo>
                  <a:lnTo>
                    <a:pt x="217195" y="221015"/>
                  </a:lnTo>
                  <a:lnTo>
                    <a:pt x="227355" y="226914"/>
                  </a:lnTo>
                  <a:lnTo>
                    <a:pt x="240957" y="229847"/>
                  </a:lnTo>
                  <a:lnTo>
                    <a:pt x="254546" y="232824"/>
                  </a:lnTo>
                  <a:lnTo>
                    <a:pt x="261340" y="235746"/>
                  </a:lnTo>
                  <a:lnTo>
                    <a:pt x="461568" y="235746"/>
                  </a:lnTo>
                  <a:lnTo>
                    <a:pt x="475157" y="232824"/>
                  </a:lnTo>
                  <a:lnTo>
                    <a:pt x="492125" y="229847"/>
                  </a:lnTo>
                  <a:lnTo>
                    <a:pt x="505663" y="226914"/>
                  </a:lnTo>
                  <a:lnTo>
                    <a:pt x="519264" y="223937"/>
                  </a:lnTo>
                  <a:lnTo>
                    <a:pt x="536232" y="221015"/>
                  </a:lnTo>
                  <a:lnTo>
                    <a:pt x="549821" y="218083"/>
                  </a:lnTo>
                  <a:lnTo>
                    <a:pt x="563359" y="215105"/>
                  </a:lnTo>
                  <a:lnTo>
                    <a:pt x="576960" y="212184"/>
                  </a:lnTo>
                  <a:lnTo>
                    <a:pt x="607517" y="212184"/>
                  </a:lnTo>
                  <a:lnTo>
                    <a:pt x="624484" y="209207"/>
                  </a:lnTo>
                  <a:lnTo>
                    <a:pt x="638022" y="206274"/>
                  </a:lnTo>
                  <a:lnTo>
                    <a:pt x="651624" y="200375"/>
                  </a:lnTo>
                  <a:lnTo>
                    <a:pt x="661784" y="194476"/>
                  </a:lnTo>
                  <a:lnTo>
                    <a:pt x="672007" y="191543"/>
                  </a:lnTo>
                  <a:lnTo>
                    <a:pt x="682180" y="188621"/>
                  </a:lnTo>
                  <a:lnTo>
                    <a:pt x="716114" y="188621"/>
                  </a:lnTo>
                  <a:lnTo>
                    <a:pt x="729703" y="185644"/>
                  </a:lnTo>
                  <a:lnTo>
                    <a:pt x="743242" y="182711"/>
                  </a:lnTo>
                  <a:lnTo>
                    <a:pt x="753465" y="179734"/>
                  </a:lnTo>
                  <a:lnTo>
                    <a:pt x="760209" y="176812"/>
                  </a:lnTo>
                  <a:lnTo>
                    <a:pt x="1106436" y="176812"/>
                  </a:lnTo>
                  <a:lnTo>
                    <a:pt x="1123403" y="173879"/>
                  </a:lnTo>
                  <a:lnTo>
                    <a:pt x="1143749" y="170902"/>
                  </a:lnTo>
                  <a:lnTo>
                    <a:pt x="1164132" y="167980"/>
                  </a:lnTo>
                  <a:lnTo>
                    <a:pt x="1181100" y="165003"/>
                  </a:lnTo>
                  <a:lnTo>
                    <a:pt x="1201445" y="162082"/>
                  </a:lnTo>
                  <a:lnTo>
                    <a:pt x="1218399" y="159149"/>
                  </a:lnTo>
                  <a:lnTo>
                    <a:pt x="1238796" y="156172"/>
                  </a:lnTo>
                  <a:lnTo>
                    <a:pt x="1265935" y="153250"/>
                  </a:lnTo>
                  <a:lnTo>
                    <a:pt x="1574800" y="153250"/>
                  </a:lnTo>
                  <a:lnTo>
                    <a:pt x="1588338" y="150317"/>
                  </a:lnTo>
                  <a:lnTo>
                    <a:pt x="1601939" y="147340"/>
                  </a:lnTo>
                  <a:lnTo>
                    <a:pt x="1615528" y="144418"/>
                  </a:lnTo>
                  <a:lnTo>
                    <a:pt x="1629067" y="141441"/>
                  </a:lnTo>
                  <a:lnTo>
                    <a:pt x="1663001" y="141441"/>
                  </a:lnTo>
                  <a:lnTo>
                    <a:pt x="1673225" y="138508"/>
                  </a:lnTo>
                  <a:lnTo>
                    <a:pt x="1679968" y="132609"/>
                  </a:lnTo>
                  <a:lnTo>
                    <a:pt x="1683397" y="123777"/>
                  </a:lnTo>
                  <a:lnTo>
                    <a:pt x="1683397" y="82507"/>
                  </a:lnTo>
                  <a:lnTo>
                    <a:pt x="1679968" y="76652"/>
                  </a:lnTo>
                  <a:lnTo>
                    <a:pt x="1676603" y="70742"/>
                  </a:lnTo>
                  <a:lnTo>
                    <a:pt x="1669796" y="64843"/>
                  </a:lnTo>
                  <a:lnTo>
                    <a:pt x="1659636" y="61910"/>
                  </a:lnTo>
                  <a:lnTo>
                    <a:pt x="1652841" y="56012"/>
                  </a:lnTo>
                  <a:lnTo>
                    <a:pt x="1642668" y="53035"/>
                  </a:lnTo>
                  <a:lnTo>
                    <a:pt x="1629067" y="47180"/>
                  </a:lnTo>
                  <a:lnTo>
                    <a:pt x="1608734" y="47180"/>
                  </a:lnTo>
                  <a:lnTo>
                    <a:pt x="1595145" y="44203"/>
                  </a:lnTo>
                  <a:lnTo>
                    <a:pt x="1584972" y="41281"/>
                  </a:lnTo>
                  <a:lnTo>
                    <a:pt x="1571371" y="29472"/>
                  </a:lnTo>
                  <a:lnTo>
                    <a:pt x="1564576" y="26539"/>
                  </a:lnTo>
                  <a:lnTo>
                    <a:pt x="1554416" y="20640"/>
                  </a:lnTo>
                  <a:lnTo>
                    <a:pt x="1540865" y="17718"/>
                  </a:lnTo>
                  <a:lnTo>
                    <a:pt x="1530642" y="14741"/>
                  </a:lnTo>
                  <a:lnTo>
                    <a:pt x="1520482" y="11808"/>
                  </a:lnTo>
                  <a:lnTo>
                    <a:pt x="1150543" y="11808"/>
                  </a:lnTo>
                  <a:lnTo>
                    <a:pt x="1143749" y="14741"/>
                  </a:lnTo>
                  <a:lnTo>
                    <a:pt x="1136942" y="17718"/>
                  </a:lnTo>
                  <a:lnTo>
                    <a:pt x="1130147" y="20640"/>
                  </a:lnTo>
                  <a:lnTo>
                    <a:pt x="1119974" y="23562"/>
                  </a:lnTo>
                  <a:lnTo>
                    <a:pt x="722909" y="23562"/>
                  </a:lnTo>
                  <a:lnTo>
                    <a:pt x="712736" y="20640"/>
                  </a:lnTo>
                  <a:lnTo>
                    <a:pt x="702513" y="17718"/>
                  </a:lnTo>
                  <a:lnTo>
                    <a:pt x="695718" y="14741"/>
                  </a:lnTo>
                  <a:lnTo>
                    <a:pt x="685546" y="8831"/>
                  </a:lnTo>
                  <a:lnTo>
                    <a:pt x="665213" y="5909"/>
                  </a:lnTo>
                  <a:lnTo>
                    <a:pt x="641451" y="2977"/>
                  </a:lnTo>
                  <a:lnTo>
                    <a:pt x="617689" y="0"/>
                  </a:lnTo>
                  <a:lnTo>
                    <a:pt x="468363" y="0"/>
                  </a:lnTo>
                  <a:lnTo>
                    <a:pt x="458190" y="2977"/>
                  </a:lnTo>
                  <a:lnTo>
                    <a:pt x="447967" y="5909"/>
                  </a:lnTo>
                  <a:lnTo>
                    <a:pt x="441172" y="8831"/>
                  </a:lnTo>
                  <a:lnTo>
                    <a:pt x="434428" y="11808"/>
                  </a:lnTo>
                  <a:lnTo>
                    <a:pt x="400443" y="11808"/>
                  </a:lnTo>
                  <a:lnTo>
                    <a:pt x="390271" y="14741"/>
                  </a:lnTo>
                  <a:lnTo>
                    <a:pt x="380110" y="17718"/>
                  </a:lnTo>
                  <a:lnTo>
                    <a:pt x="373316" y="23562"/>
                  </a:lnTo>
                  <a:lnTo>
                    <a:pt x="366509" y="29472"/>
                  </a:lnTo>
                  <a:lnTo>
                    <a:pt x="356349" y="32449"/>
                  </a:lnTo>
                  <a:lnTo>
                    <a:pt x="346176" y="35371"/>
                  </a:lnTo>
                  <a:lnTo>
                    <a:pt x="152692" y="35371"/>
                  </a:lnTo>
                  <a:lnTo>
                    <a:pt x="135724" y="38304"/>
                  </a:lnTo>
                  <a:lnTo>
                    <a:pt x="108597" y="41281"/>
                  </a:lnTo>
                  <a:lnTo>
                    <a:pt x="81457" y="44203"/>
                  </a:lnTo>
                  <a:lnTo>
                    <a:pt x="54267" y="47180"/>
                  </a:lnTo>
                  <a:lnTo>
                    <a:pt x="20345" y="47180"/>
                  </a:lnTo>
                  <a:lnTo>
                    <a:pt x="10172" y="50113"/>
                  </a:lnTo>
                  <a:lnTo>
                    <a:pt x="3378" y="53035"/>
                  </a:lnTo>
                  <a:lnTo>
                    <a:pt x="0" y="58933"/>
                  </a:lnTo>
                  <a:lnTo>
                    <a:pt x="3378" y="67765"/>
                  </a:lnTo>
                  <a:lnTo>
                    <a:pt x="10172" y="76652"/>
                  </a:lnTo>
                  <a:lnTo>
                    <a:pt x="20345" y="85484"/>
                  </a:lnTo>
                  <a:lnTo>
                    <a:pt x="33934" y="91383"/>
                  </a:lnTo>
                  <a:lnTo>
                    <a:pt x="44107" y="97238"/>
                  </a:lnTo>
                  <a:lnTo>
                    <a:pt x="50901" y="100215"/>
                  </a:lnTo>
                  <a:lnTo>
                    <a:pt x="57696" y="106114"/>
                  </a:lnTo>
                  <a:lnTo>
                    <a:pt x="61074" y="114945"/>
                  </a:lnTo>
                  <a:lnTo>
                    <a:pt x="64490" y="123777"/>
                  </a:lnTo>
                  <a:lnTo>
                    <a:pt x="67868" y="132609"/>
                  </a:lnTo>
                  <a:lnTo>
                    <a:pt x="67868" y="203352"/>
                  </a:lnTo>
                  <a:lnTo>
                    <a:pt x="64490" y="229847"/>
                  </a:lnTo>
                  <a:lnTo>
                    <a:pt x="57696" y="262286"/>
                  </a:lnTo>
                  <a:lnTo>
                    <a:pt x="50901" y="294680"/>
                  </a:lnTo>
                  <a:lnTo>
                    <a:pt x="40728" y="315321"/>
                  </a:lnTo>
                  <a:lnTo>
                    <a:pt x="33934" y="330051"/>
                  </a:lnTo>
                  <a:lnTo>
                    <a:pt x="30505" y="338883"/>
                  </a:lnTo>
                  <a:lnTo>
                    <a:pt x="27139" y="347715"/>
                  </a:lnTo>
                  <a:lnTo>
                    <a:pt x="27139" y="353869"/>
                  </a:lnTo>
                </a:path>
                <a:path w="1731009" h="354329">
                  <a:moveTo>
                    <a:pt x="990993" y="223937"/>
                  </a:moveTo>
                  <a:lnTo>
                    <a:pt x="573582" y="223937"/>
                  </a:lnTo>
                  <a:lnTo>
                    <a:pt x="526059" y="226914"/>
                  </a:lnTo>
                  <a:lnTo>
                    <a:pt x="471741" y="229847"/>
                  </a:lnTo>
                  <a:lnTo>
                    <a:pt x="424205" y="232824"/>
                  </a:lnTo>
                  <a:lnTo>
                    <a:pt x="397077" y="235746"/>
                  </a:lnTo>
                  <a:lnTo>
                    <a:pt x="380110" y="232824"/>
                  </a:lnTo>
                  <a:lnTo>
                    <a:pt x="366509" y="229847"/>
                  </a:lnTo>
                  <a:lnTo>
                    <a:pt x="352970" y="226914"/>
                  </a:lnTo>
                  <a:lnTo>
                    <a:pt x="339381" y="223937"/>
                  </a:lnTo>
                  <a:lnTo>
                    <a:pt x="329209" y="223937"/>
                  </a:lnTo>
                  <a:lnTo>
                    <a:pt x="390270" y="223937"/>
                  </a:lnTo>
                  <a:lnTo>
                    <a:pt x="403872" y="221015"/>
                  </a:lnTo>
                  <a:lnTo>
                    <a:pt x="424205" y="218082"/>
                  </a:lnTo>
                  <a:lnTo>
                    <a:pt x="447966" y="212184"/>
                  </a:lnTo>
                  <a:lnTo>
                    <a:pt x="481901" y="206274"/>
                  </a:lnTo>
                  <a:lnTo>
                    <a:pt x="515886" y="200375"/>
                  </a:lnTo>
                  <a:lnTo>
                    <a:pt x="553199" y="194476"/>
                  </a:lnTo>
                  <a:lnTo>
                    <a:pt x="587120" y="188621"/>
                  </a:lnTo>
                  <a:lnTo>
                    <a:pt x="614311" y="179734"/>
                  </a:lnTo>
                  <a:lnTo>
                    <a:pt x="641451" y="173879"/>
                  </a:lnTo>
                  <a:lnTo>
                    <a:pt x="661784" y="167980"/>
                  </a:lnTo>
                  <a:lnTo>
                    <a:pt x="682180" y="165003"/>
                  </a:lnTo>
                  <a:lnTo>
                    <a:pt x="712736" y="165003"/>
                  </a:lnTo>
                  <a:lnTo>
                    <a:pt x="729703" y="162082"/>
                  </a:lnTo>
                  <a:lnTo>
                    <a:pt x="756843" y="159149"/>
                  </a:lnTo>
                  <a:lnTo>
                    <a:pt x="790777" y="156172"/>
                  </a:lnTo>
                  <a:lnTo>
                    <a:pt x="838301" y="150317"/>
                  </a:lnTo>
                  <a:lnTo>
                    <a:pt x="885824" y="147340"/>
                  </a:lnTo>
                  <a:lnTo>
                    <a:pt x="926553" y="144418"/>
                  </a:lnTo>
                  <a:lnTo>
                    <a:pt x="974026" y="141441"/>
                  </a:lnTo>
                  <a:lnTo>
                    <a:pt x="1014755" y="138508"/>
                  </a:lnTo>
                  <a:lnTo>
                    <a:pt x="1052118" y="135586"/>
                  </a:lnTo>
                  <a:lnTo>
                    <a:pt x="1096212" y="132609"/>
                  </a:lnTo>
                  <a:lnTo>
                    <a:pt x="1130147" y="129676"/>
                  </a:lnTo>
                  <a:lnTo>
                    <a:pt x="1259141" y="129676"/>
                  </a:lnTo>
                  <a:lnTo>
                    <a:pt x="1296491" y="126710"/>
                  </a:lnTo>
                  <a:lnTo>
                    <a:pt x="1330426" y="120855"/>
                  </a:lnTo>
                  <a:lnTo>
                    <a:pt x="1364360" y="114945"/>
                  </a:lnTo>
                  <a:lnTo>
                    <a:pt x="1394916" y="106114"/>
                  </a:lnTo>
                  <a:lnTo>
                    <a:pt x="1415249" y="100215"/>
                  </a:lnTo>
                  <a:lnTo>
                    <a:pt x="1432216" y="97238"/>
                  </a:lnTo>
                  <a:lnTo>
                    <a:pt x="1442440" y="97238"/>
                  </a:lnTo>
                  <a:lnTo>
                    <a:pt x="1452613" y="100215"/>
                  </a:lnTo>
                  <a:lnTo>
                    <a:pt x="1462785" y="106114"/>
                  </a:lnTo>
                  <a:lnTo>
                    <a:pt x="1472945" y="117878"/>
                  </a:lnTo>
                  <a:lnTo>
                    <a:pt x="1486547" y="126710"/>
                  </a:lnTo>
                  <a:lnTo>
                    <a:pt x="1517103" y="150317"/>
                  </a:lnTo>
                  <a:lnTo>
                    <a:pt x="1523847" y="170902"/>
                  </a:lnTo>
                  <a:lnTo>
                    <a:pt x="1527276" y="179734"/>
                  </a:lnTo>
                  <a:lnTo>
                    <a:pt x="1534070" y="188621"/>
                  </a:lnTo>
                  <a:lnTo>
                    <a:pt x="1544243" y="197453"/>
                  </a:lnTo>
                  <a:lnTo>
                    <a:pt x="1554416" y="203352"/>
                  </a:lnTo>
                  <a:lnTo>
                    <a:pt x="1564576" y="215105"/>
                  </a:lnTo>
                  <a:lnTo>
                    <a:pt x="1574799" y="223937"/>
                  </a:lnTo>
                  <a:lnTo>
                    <a:pt x="1584972" y="232824"/>
                  </a:lnTo>
                  <a:lnTo>
                    <a:pt x="1595145" y="244578"/>
                  </a:lnTo>
                  <a:lnTo>
                    <a:pt x="1608734" y="253410"/>
                  </a:lnTo>
                  <a:lnTo>
                    <a:pt x="1622272" y="265219"/>
                  </a:lnTo>
                  <a:lnTo>
                    <a:pt x="1635874" y="274039"/>
                  </a:lnTo>
                  <a:lnTo>
                    <a:pt x="1649463" y="279949"/>
                  </a:lnTo>
                  <a:lnTo>
                    <a:pt x="1663001" y="285848"/>
                  </a:lnTo>
                  <a:lnTo>
                    <a:pt x="1673224" y="288781"/>
                  </a:lnTo>
                  <a:lnTo>
                    <a:pt x="1693570" y="300590"/>
                  </a:lnTo>
                  <a:lnTo>
                    <a:pt x="1703730" y="306445"/>
                  </a:lnTo>
                  <a:lnTo>
                    <a:pt x="1730920" y="318243"/>
                  </a:lnTo>
                </a:path>
              </a:pathLst>
            </a:custGeom>
            <a:ln w="19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50"/>
              <a:t>Prediction</a:t>
            </a:r>
            <a:r>
              <a:rPr dirty="0" spc="-395"/>
              <a:t> </a:t>
            </a:r>
            <a:r>
              <a:rPr dirty="0" spc="-430"/>
              <a:t>&amp;</a:t>
            </a:r>
            <a:r>
              <a:rPr dirty="0" spc="-395"/>
              <a:t> </a:t>
            </a:r>
            <a:r>
              <a:rPr dirty="0" spc="-200"/>
              <a:t>Advantages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57225" y="2362200"/>
            <a:ext cx="1981200" cy="1704975"/>
            <a:chOff x="657225" y="2362200"/>
            <a:chExt cx="1981200" cy="1704975"/>
          </a:xfrm>
        </p:grpSpPr>
        <p:sp>
          <p:nvSpPr>
            <p:cNvPr id="8" name="object 8"/>
            <p:cNvSpPr/>
            <p:nvPr/>
          </p:nvSpPr>
          <p:spPr>
            <a:xfrm>
              <a:off x="661987" y="2366962"/>
              <a:ext cx="1971675" cy="1695450"/>
            </a:xfrm>
            <a:custGeom>
              <a:avLst/>
              <a:gdLst/>
              <a:ahLst/>
              <a:cxnLst/>
              <a:rect l="l" t="t" r="r" b="b"/>
              <a:pathLst>
                <a:path w="1971675" h="1695450">
                  <a:moveTo>
                    <a:pt x="1914309" y="0"/>
                  </a:moveTo>
                  <a:lnTo>
                    <a:pt x="57363" y="0"/>
                  </a:lnTo>
                  <a:lnTo>
                    <a:pt x="53369" y="393"/>
                  </a:lnTo>
                  <a:lnTo>
                    <a:pt x="15130" y="20828"/>
                  </a:lnTo>
                  <a:lnTo>
                    <a:pt x="0" y="57365"/>
                  </a:lnTo>
                  <a:lnTo>
                    <a:pt x="0" y="1634058"/>
                  </a:lnTo>
                  <a:lnTo>
                    <a:pt x="0" y="1638084"/>
                  </a:lnTo>
                  <a:lnTo>
                    <a:pt x="15130" y="1674609"/>
                  </a:lnTo>
                  <a:lnTo>
                    <a:pt x="53369" y="1695056"/>
                  </a:lnTo>
                  <a:lnTo>
                    <a:pt x="57363" y="1695450"/>
                  </a:lnTo>
                  <a:lnTo>
                    <a:pt x="1914309" y="1695450"/>
                  </a:lnTo>
                  <a:lnTo>
                    <a:pt x="1950847" y="1680324"/>
                  </a:lnTo>
                  <a:lnTo>
                    <a:pt x="1971281" y="1642084"/>
                  </a:lnTo>
                  <a:lnTo>
                    <a:pt x="1971675" y="1638084"/>
                  </a:lnTo>
                  <a:lnTo>
                    <a:pt x="1971675" y="57365"/>
                  </a:lnTo>
                  <a:lnTo>
                    <a:pt x="1956549" y="20828"/>
                  </a:lnTo>
                  <a:lnTo>
                    <a:pt x="1918309" y="393"/>
                  </a:lnTo>
                  <a:lnTo>
                    <a:pt x="1914309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1987" y="2366962"/>
              <a:ext cx="1971675" cy="1695450"/>
            </a:xfrm>
            <a:custGeom>
              <a:avLst/>
              <a:gdLst/>
              <a:ahLst/>
              <a:cxnLst/>
              <a:rect l="l" t="t" r="r" b="b"/>
              <a:pathLst>
                <a:path w="1971675" h="1695450">
                  <a:moveTo>
                    <a:pt x="0" y="1634058"/>
                  </a:moveTo>
                  <a:lnTo>
                    <a:pt x="0" y="61391"/>
                  </a:lnTo>
                  <a:lnTo>
                    <a:pt x="0" y="57365"/>
                  </a:lnTo>
                  <a:lnTo>
                    <a:pt x="392" y="53365"/>
                  </a:lnTo>
                  <a:lnTo>
                    <a:pt x="1181" y="49415"/>
                  </a:lnTo>
                  <a:lnTo>
                    <a:pt x="1964" y="45466"/>
                  </a:lnTo>
                  <a:lnTo>
                    <a:pt x="3130" y="41617"/>
                  </a:lnTo>
                  <a:lnTo>
                    <a:pt x="4673" y="37896"/>
                  </a:lnTo>
                  <a:lnTo>
                    <a:pt x="6216" y="34175"/>
                  </a:lnTo>
                  <a:lnTo>
                    <a:pt x="8106" y="30632"/>
                  </a:lnTo>
                  <a:lnTo>
                    <a:pt x="10347" y="27279"/>
                  </a:lnTo>
                  <a:lnTo>
                    <a:pt x="12585" y="23926"/>
                  </a:lnTo>
                  <a:lnTo>
                    <a:pt x="15130" y="20828"/>
                  </a:lnTo>
                  <a:lnTo>
                    <a:pt x="17983" y="17983"/>
                  </a:lnTo>
                  <a:lnTo>
                    <a:pt x="20830" y="15125"/>
                  </a:lnTo>
                  <a:lnTo>
                    <a:pt x="23936" y="12585"/>
                  </a:lnTo>
                  <a:lnTo>
                    <a:pt x="27284" y="10350"/>
                  </a:lnTo>
                  <a:lnTo>
                    <a:pt x="30638" y="8102"/>
                  </a:lnTo>
                  <a:lnTo>
                    <a:pt x="34175" y="6210"/>
                  </a:lnTo>
                  <a:lnTo>
                    <a:pt x="37901" y="4673"/>
                  </a:lnTo>
                  <a:lnTo>
                    <a:pt x="41626" y="3124"/>
                  </a:lnTo>
                  <a:lnTo>
                    <a:pt x="45462" y="1968"/>
                  </a:lnTo>
                  <a:lnTo>
                    <a:pt x="49415" y="1181"/>
                  </a:lnTo>
                  <a:lnTo>
                    <a:pt x="53369" y="393"/>
                  </a:lnTo>
                  <a:lnTo>
                    <a:pt x="57363" y="0"/>
                  </a:lnTo>
                  <a:lnTo>
                    <a:pt x="61396" y="0"/>
                  </a:lnTo>
                  <a:lnTo>
                    <a:pt x="1910283" y="0"/>
                  </a:lnTo>
                  <a:lnTo>
                    <a:pt x="1914309" y="0"/>
                  </a:lnTo>
                  <a:lnTo>
                    <a:pt x="1918309" y="393"/>
                  </a:lnTo>
                  <a:lnTo>
                    <a:pt x="1922259" y="1181"/>
                  </a:lnTo>
                  <a:lnTo>
                    <a:pt x="1926209" y="1968"/>
                  </a:lnTo>
                  <a:lnTo>
                    <a:pt x="1930044" y="3124"/>
                  </a:lnTo>
                  <a:lnTo>
                    <a:pt x="1933778" y="4673"/>
                  </a:lnTo>
                  <a:lnTo>
                    <a:pt x="1937499" y="6210"/>
                  </a:lnTo>
                  <a:lnTo>
                    <a:pt x="1941042" y="8102"/>
                  </a:lnTo>
                  <a:lnTo>
                    <a:pt x="1944395" y="10350"/>
                  </a:lnTo>
                  <a:lnTo>
                    <a:pt x="1947735" y="12585"/>
                  </a:lnTo>
                  <a:lnTo>
                    <a:pt x="1950847" y="15125"/>
                  </a:lnTo>
                  <a:lnTo>
                    <a:pt x="1953691" y="17983"/>
                  </a:lnTo>
                  <a:lnTo>
                    <a:pt x="1956549" y="20828"/>
                  </a:lnTo>
                  <a:lnTo>
                    <a:pt x="1959089" y="23926"/>
                  </a:lnTo>
                  <a:lnTo>
                    <a:pt x="1961324" y="27279"/>
                  </a:lnTo>
                  <a:lnTo>
                    <a:pt x="1963572" y="30632"/>
                  </a:lnTo>
                  <a:lnTo>
                    <a:pt x="1965464" y="34175"/>
                  </a:lnTo>
                  <a:lnTo>
                    <a:pt x="1967001" y="37896"/>
                  </a:lnTo>
                  <a:lnTo>
                    <a:pt x="1968550" y="41617"/>
                  </a:lnTo>
                  <a:lnTo>
                    <a:pt x="1969706" y="45466"/>
                  </a:lnTo>
                  <a:lnTo>
                    <a:pt x="1970493" y="49415"/>
                  </a:lnTo>
                  <a:lnTo>
                    <a:pt x="1971281" y="53365"/>
                  </a:lnTo>
                  <a:lnTo>
                    <a:pt x="1971675" y="57365"/>
                  </a:lnTo>
                  <a:lnTo>
                    <a:pt x="1971675" y="61391"/>
                  </a:lnTo>
                  <a:lnTo>
                    <a:pt x="1971675" y="1634058"/>
                  </a:lnTo>
                  <a:lnTo>
                    <a:pt x="1971675" y="1638084"/>
                  </a:lnTo>
                  <a:lnTo>
                    <a:pt x="1971281" y="1642084"/>
                  </a:lnTo>
                  <a:lnTo>
                    <a:pt x="1970493" y="1646034"/>
                  </a:lnTo>
                  <a:lnTo>
                    <a:pt x="1969706" y="1649984"/>
                  </a:lnTo>
                  <a:lnTo>
                    <a:pt x="1968550" y="1653819"/>
                  </a:lnTo>
                  <a:lnTo>
                    <a:pt x="1967001" y="1657553"/>
                  </a:lnTo>
                  <a:lnTo>
                    <a:pt x="1965464" y="1661274"/>
                  </a:lnTo>
                  <a:lnTo>
                    <a:pt x="1953691" y="1677466"/>
                  </a:lnTo>
                  <a:lnTo>
                    <a:pt x="1950847" y="1680324"/>
                  </a:lnTo>
                  <a:lnTo>
                    <a:pt x="1947735" y="1682864"/>
                  </a:lnTo>
                  <a:lnTo>
                    <a:pt x="1944395" y="1685099"/>
                  </a:lnTo>
                  <a:lnTo>
                    <a:pt x="1941042" y="1687347"/>
                  </a:lnTo>
                  <a:lnTo>
                    <a:pt x="1937499" y="1689239"/>
                  </a:lnTo>
                  <a:lnTo>
                    <a:pt x="1933778" y="1690776"/>
                  </a:lnTo>
                  <a:lnTo>
                    <a:pt x="1930044" y="1692325"/>
                  </a:lnTo>
                  <a:lnTo>
                    <a:pt x="1926209" y="1693481"/>
                  </a:lnTo>
                  <a:lnTo>
                    <a:pt x="1922259" y="1694268"/>
                  </a:lnTo>
                  <a:lnTo>
                    <a:pt x="1918309" y="1695056"/>
                  </a:lnTo>
                  <a:lnTo>
                    <a:pt x="1914309" y="1695450"/>
                  </a:lnTo>
                  <a:lnTo>
                    <a:pt x="1910283" y="1695450"/>
                  </a:lnTo>
                  <a:lnTo>
                    <a:pt x="61396" y="1695450"/>
                  </a:lnTo>
                  <a:lnTo>
                    <a:pt x="57363" y="1695450"/>
                  </a:lnTo>
                  <a:lnTo>
                    <a:pt x="53369" y="1695056"/>
                  </a:lnTo>
                  <a:lnTo>
                    <a:pt x="49415" y="1694268"/>
                  </a:lnTo>
                  <a:lnTo>
                    <a:pt x="45462" y="1693481"/>
                  </a:lnTo>
                  <a:lnTo>
                    <a:pt x="41626" y="1692325"/>
                  </a:lnTo>
                  <a:lnTo>
                    <a:pt x="37901" y="1690776"/>
                  </a:lnTo>
                  <a:lnTo>
                    <a:pt x="34175" y="1689239"/>
                  </a:lnTo>
                  <a:lnTo>
                    <a:pt x="30638" y="1687347"/>
                  </a:lnTo>
                  <a:lnTo>
                    <a:pt x="27284" y="1685099"/>
                  </a:lnTo>
                  <a:lnTo>
                    <a:pt x="23936" y="1682864"/>
                  </a:lnTo>
                  <a:lnTo>
                    <a:pt x="20830" y="1680324"/>
                  </a:lnTo>
                  <a:lnTo>
                    <a:pt x="17983" y="1677466"/>
                  </a:lnTo>
                  <a:lnTo>
                    <a:pt x="15130" y="1674609"/>
                  </a:lnTo>
                  <a:lnTo>
                    <a:pt x="1181" y="1646034"/>
                  </a:lnTo>
                  <a:lnTo>
                    <a:pt x="392" y="1642084"/>
                  </a:lnTo>
                  <a:lnTo>
                    <a:pt x="0" y="1638084"/>
                  </a:lnTo>
                  <a:lnTo>
                    <a:pt x="0" y="1634058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47378" y="2551429"/>
            <a:ext cx="1309370" cy="129032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123189">
              <a:lnSpc>
                <a:spcPct val="104700"/>
              </a:lnSpc>
              <a:spcBef>
                <a:spcPts val="5"/>
              </a:spcBef>
            </a:pPr>
            <a:r>
              <a:rPr dirty="0" sz="1850" spc="-20">
                <a:solidFill>
                  <a:srgbClr val="51586B"/>
                </a:solidFill>
                <a:latin typeface="Arial Black"/>
                <a:cs typeface="Arial Black"/>
              </a:rPr>
              <a:t>Fast </a:t>
            </a:r>
            <a:r>
              <a:rPr dirty="0" sz="1850" spc="-135">
                <a:solidFill>
                  <a:srgbClr val="51586B"/>
                </a:solidFill>
                <a:latin typeface="Arial Black"/>
                <a:cs typeface="Arial Black"/>
              </a:rPr>
              <a:t>Prediction</a:t>
            </a:r>
            <a:endParaRPr sz="1850">
              <a:latin typeface="Arial Black"/>
              <a:cs typeface="Arial Black"/>
            </a:endParaRPr>
          </a:p>
          <a:p>
            <a:pPr marL="12700" marR="5080">
              <a:lnSpc>
                <a:spcPct val="137900"/>
              </a:lnSpc>
              <a:spcBef>
                <a:spcPts val="595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Real-time</a:t>
            </a:r>
            <a:r>
              <a:rPr dirty="0" sz="1450" spc="11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51586B"/>
                </a:solidFill>
                <a:latin typeface="Tahoma"/>
                <a:cs typeface="Tahoma"/>
              </a:rPr>
              <a:t>price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estimation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19400" y="2362200"/>
            <a:ext cx="1981200" cy="1704975"/>
            <a:chOff x="2819400" y="2362200"/>
            <a:chExt cx="1981200" cy="1704975"/>
          </a:xfrm>
        </p:grpSpPr>
        <p:sp>
          <p:nvSpPr>
            <p:cNvPr id="12" name="object 12"/>
            <p:cNvSpPr/>
            <p:nvPr/>
          </p:nvSpPr>
          <p:spPr>
            <a:xfrm>
              <a:off x="2824162" y="2366962"/>
              <a:ext cx="1971675" cy="1695450"/>
            </a:xfrm>
            <a:custGeom>
              <a:avLst/>
              <a:gdLst/>
              <a:ahLst/>
              <a:cxnLst/>
              <a:rect l="l" t="t" r="r" b="b"/>
              <a:pathLst>
                <a:path w="1971675" h="1695450">
                  <a:moveTo>
                    <a:pt x="1914309" y="0"/>
                  </a:moveTo>
                  <a:lnTo>
                    <a:pt x="57365" y="0"/>
                  </a:lnTo>
                  <a:lnTo>
                    <a:pt x="53365" y="393"/>
                  </a:lnTo>
                  <a:lnTo>
                    <a:pt x="15125" y="20828"/>
                  </a:lnTo>
                  <a:lnTo>
                    <a:pt x="0" y="57365"/>
                  </a:lnTo>
                  <a:lnTo>
                    <a:pt x="0" y="1634058"/>
                  </a:lnTo>
                  <a:lnTo>
                    <a:pt x="0" y="1638084"/>
                  </a:lnTo>
                  <a:lnTo>
                    <a:pt x="15125" y="1674609"/>
                  </a:lnTo>
                  <a:lnTo>
                    <a:pt x="53365" y="1695056"/>
                  </a:lnTo>
                  <a:lnTo>
                    <a:pt x="57365" y="1695450"/>
                  </a:lnTo>
                  <a:lnTo>
                    <a:pt x="1914309" y="1695450"/>
                  </a:lnTo>
                  <a:lnTo>
                    <a:pt x="1950834" y="1680324"/>
                  </a:lnTo>
                  <a:lnTo>
                    <a:pt x="1971281" y="1642084"/>
                  </a:lnTo>
                  <a:lnTo>
                    <a:pt x="1971675" y="1638084"/>
                  </a:lnTo>
                  <a:lnTo>
                    <a:pt x="1971675" y="57365"/>
                  </a:lnTo>
                  <a:lnTo>
                    <a:pt x="1956549" y="20828"/>
                  </a:lnTo>
                  <a:lnTo>
                    <a:pt x="1918309" y="393"/>
                  </a:lnTo>
                  <a:lnTo>
                    <a:pt x="1914309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824162" y="2366962"/>
              <a:ext cx="1971675" cy="1695450"/>
            </a:xfrm>
            <a:custGeom>
              <a:avLst/>
              <a:gdLst/>
              <a:ahLst/>
              <a:cxnLst/>
              <a:rect l="l" t="t" r="r" b="b"/>
              <a:pathLst>
                <a:path w="1971675" h="1695450">
                  <a:moveTo>
                    <a:pt x="0" y="1634058"/>
                  </a:moveTo>
                  <a:lnTo>
                    <a:pt x="0" y="61391"/>
                  </a:lnTo>
                  <a:lnTo>
                    <a:pt x="0" y="57365"/>
                  </a:lnTo>
                  <a:lnTo>
                    <a:pt x="393" y="53365"/>
                  </a:lnTo>
                  <a:lnTo>
                    <a:pt x="1181" y="49415"/>
                  </a:lnTo>
                  <a:lnTo>
                    <a:pt x="1968" y="45466"/>
                  </a:lnTo>
                  <a:lnTo>
                    <a:pt x="3124" y="41617"/>
                  </a:lnTo>
                  <a:lnTo>
                    <a:pt x="4673" y="37896"/>
                  </a:lnTo>
                  <a:lnTo>
                    <a:pt x="6210" y="34175"/>
                  </a:lnTo>
                  <a:lnTo>
                    <a:pt x="8102" y="30632"/>
                  </a:lnTo>
                  <a:lnTo>
                    <a:pt x="10350" y="27279"/>
                  </a:lnTo>
                  <a:lnTo>
                    <a:pt x="12585" y="23926"/>
                  </a:lnTo>
                  <a:lnTo>
                    <a:pt x="15125" y="20828"/>
                  </a:lnTo>
                  <a:lnTo>
                    <a:pt x="17983" y="17983"/>
                  </a:lnTo>
                  <a:lnTo>
                    <a:pt x="20828" y="15125"/>
                  </a:lnTo>
                  <a:lnTo>
                    <a:pt x="37896" y="4673"/>
                  </a:lnTo>
                  <a:lnTo>
                    <a:pt x="41630" y="3124"/>
                  </a:lnTo>
                  <a:lnTo>
                    <a:pt x="45466" y="1968"/>
                  </a:lnTo>
                  <a:lnTo>
                    <a:pt x="49415" y="1181"/>
                  </a:lnTo>
                  <a:lnTo>
                    <a:pt x="53365" y="393"/>
                  </a:lnTo>
                  <a:lnTo>
                    <a:pt x="57365" y="0"/>
                  </a:lnTo>
                  <a:lnTo>
                    <a:pt x="61391" y="0"/>
                  </a:lnTo>
                  <a:lnTo>
                    <a:pt x="1910283" y="0"/>
                  </a:lnTo>
                  <a:lnTo>
                    <a:pt x="1914309" y="0"/>
                  </a:lnTo>
                  <a:lnTo>
                    <a:pt x="1918309" y="393"/>
                  </a:lnTo>
                  <a:lnTo>
                    <a:pt x="1922259" y="1181"/>
                  </a:lnTo>
                  <a:lnTo>
                    <a:pt x="1926209" y="1968"/>
                  </a:lnTo>
                  <a:lnTo>
                    <a:pt x="1930044" y="3124"/>
                  </a:lnTo>
                  <a:lnTo>
                    <a:pt x="1933778" y="4673"/>
                  </a:lnTo>
                  <a:lnTo>
                    <a:pt x="1937499" y="6210"/>
                  </a:lnTo>
                  <a:lnTo>
                    <a:pt x="1941042" y="8102"/>
                  </a:lnTo>
                  <a:lnTo>
                    <a:pt x="1944395" y="10350"/>
                  </a:lnTo>
                  <a:lnTo>
                    <a:pt x="1947735" y="12585"/>
                  </a:lnTo>
                  <a:lnTo>
                    <a:pt x="1950834" y="15125"/>
                  </a:lnTo>
                  <a:lnTo>
                    <a:pt x="1953691" y="17983"/>
                  </a:lnTo>
                  <a:lnTo>
                    <a:pt x="1956549" y="20828"/>
                  </a:lnTo>
                  <a:lnTo>
                    <a:pt x="1959089" y="23926"/>
                  </a:lnTo>
                  <a:lnTo>
                    <a:pt x="1961324" y="27279"/>
                  </a:lnTo>
                  <a:lnTo>
                    <a:pt x="1963572" y="30632"/>
                  </a:lnTo>
                  <a:lnTo>
                    <a:pt x="1965464" y="34175"/>
                  </a:lnTo>
                  <a:lnTo>
                    <a:pt x="1967001" y="37896"/>
                  </a:lnTo>
                  <a:lnTo>
                    <a:pt x="1968550" y="41617"/>
                  </a:lnTo>
                  <a:lnTo>
                    <a:pt x="1969706" y="45466"/>
                  </a:lnTo>
                  <a:lnTo>
                    <a:pt x="1970493" y="49415"/>
                  </a:lnTo>
                  <a:lnTo>
                    <a:pt x="1971281" y="53365"/>
                  </a:lnTo>
                  <a:lnTo>
                    <a:pt x="1971675" y="57365"/>
                  </a:lnTo>
                  <a:lnTo>
                    <a:pt x="1971675" y="61391"/>
                  </a:lnTo>
                  <a:lnTo>
                    <a:pt x="1971675" y="1634058"/>
                  </a:lnTo>
                  <a:lnTo>
                    <a:pt x="1971675" y="1638084"/>
                  </a:lnTo>
                  <a:lnTo>
                    <a:pt x="1971281" y="1642084"/>
                  </a:lnTo>
                  <a:lnTo>
                    <a:pt x="1970493" y="1646034"/>
                  </a:lnTo>
                  <a:lnTo>
                    <a:pt x="1969706" y="1649984"/>
                  </a:lnTo>
                  <a:lnTo>
                    <a:pt x="1968550" y="1653819"/>
                  </a:lnTo>
                  <a:lnTo>
                    <a:pt x="1967001" y="1657553"/>
                  </a:lnTo>
                  <a:lnTo>
                    <a:pt x="1965464" y="1661274"/>
                  </a:lnTo>
                  <a:lnTo>
                    <a:pt x="1953691" y="1677466"/>
                  </a:lnTo>
                  <a:lnTo>
                    <a:pt x="1950834" y="1680324"/>
                  </a:lnTo>
                  <a:lnTo>
                    <a:pt x="1947735" y="1682864"/>
                  </a:lnTo>
                  <a:lnTo>
                    <a:pt x="1944395" y="1685099"/>
                  </a:lnTo>
                  <a:lnTo>
                    <a:pt x="1941042" y="1687347"/>
                  </a:lnTo>
                  <a:lnTo>
                    <a:pt x="1937499" y="1689239"/>
                  </a:lnTo>
                  <a:lnTo>
                    <a:pt x="1933778" y="1690776"/>
                  </a:lnTo>
                  <a:lnTo>
                    <a:pt x="1930044" y="1692325"/>
                  </a:lnTo>
                  <a:lnTo>
                    <a:pt x="1926209" y="1693481"/>
                  </a:lnTo>
                  <a:lnTo>
                    <a:pt x="1922259" y="1694268"/>
                  </a:lnTo>
                  <a:lnTo>
                    <a:pt x="1918309" y="1695056"/>
                  </a:lnTo>
                  <a:lnTo>
                    <a:pt x="1914309" y="1695450"/>
                  </a:lnTo>
                  <a:lnTo>
                    <a:pt x="1910283" y="1695450"/>
                  </a:lnTo>
                  <a:lnTo>
                    <a:pt x="61391" y="1695450"/>
                  </a:lnTo>
                  <a:lnTo>
                    <a:pt x="57365" y="1695450"/>
                  </a:lnTo>
                  <a:lnTo>
                    <a:pt x="53365" y="1695056"/>
                  </a:lnTo>
                  <a:lnTo>
                    <a:pt x="49415" y="1694268"/>
                  </a:lnTo>
                  <a:lnTo>
                    <a:pt x="45466" y="1693481"/>
                  </a:lnTo>
                  <a:lnTo>
                    <a:pt x="41617" y="1692325"/>
                  </a:lnTo>
                  <a:lnTo>
                    <a:pt x="37896" y="1690776"/>
                  </a:lnTo>
                  <a:lnTo>
                    <a:pt x="34175" y="1689239"/>
                  </a:lnTo>
                  <a:lnTo>
                    <a:pt x="30645" y="1687347"/>
                  </a:lnTo>
                  <a:lnTo>
                    <a:pt x="27279" y="1685099"/>
                  </a:lnTo>
                  <a:lnTo>
                    <a:pt x="23926" y="1682864"/>
                  </a:lnTo>
                  <a:lnTo>
                    <a:pt x="20828" y="1680324"/>
                  </a:lnTo>
                  <a:lnTo>
                    <a:pt x="17983" y="1677466"/>
                  </a:lnTo>
                  <a:lnTo>
                    <a:pt x="15125" y="1674609"/>
                  </a:lnTo>
                  <a:lnTo>
                    <a:pt x="4673" y="1657553"/>
                  </a:lnTo>
                  <a:lnTo>
                    <a:pt x="3124" y="1653819"/>
                  </a:lnTo>
                  <a:lnTo>
                    <a:pt x="1968" y="1649984"/>
                  </a:lnTo>
                  <a:lnTo>
                    <a:pt x="1181" y="1646034"/>
                  </a:lnTo>
                  <a:lnTo>
                    <a:pt x="393" y="1642084"/>
                  </a:lnTo>
                  <a:lnTo>
                    <a:pt x="0" y="1638084"/>
                  </a:lnTo>
                  <a:lnTo>
                    <a:pt x="0" y="1634058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009252" y="2551429"/>
            <a:ext cx="1442085" cy="9950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35">
                <a:solidFill>
                  <a:srgbClr val="51586B"/>
                </a:solidFill>
                <a:latin typeface="Arial Black"/>
                <a:cs typeface="Arial Black"/>
              </a:rPr>
              <a:t>Data-</a:t>
            </a:r>
            <a:r>
              <a:rPr dirty="0" sz="1850" spc="-85">
                <a:solidFill>
                  <a:srgbClr val="51586B"/>
                </a:solidFill>
                <a:latin typeface="Arial Black"/>
                <a:cs typeface="Arial Black"/>
              </a:rPr>
              <a:t>Driven</a:t>
            </a:r>
            <a:endParaRPr sz="1850">
              <a:latin typeface="Arial Black"/>
              <a:cs typeface="Arial Black"/>
            </a:endParaRPr>
          </a:p>
          <a:p>
            <a:pPr marL="12700" marR="5080">
              <a:lnSpc>
                <a:spcPct val="137900"/>
              </a:lnSpc>
              <a:spcBef>
                <a:spcPts val="595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Removes</a:t>
            </a:r>
            <a:r>
              <a:rPr dirty="0" sz="1450" spc="18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51586B"/>
                </a:solidFill>
                <a:latin typeface="Tahoma"/>
                <a:cs typeface="Tahoma"/>
              </a:rPr>
              <a:t>human bias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81575" y="2362200"/>
            <a:ext cx="1981200" cy="1704975"/>
            <a:chOff x="4981575" y="2362200"/>
            <a:chExt cx="1981200" cy="1704975"/>
          </a:xfrm>
        </p:grpSpPr>
        <p:sp>
          <p:nvSpPr>
            <p:cNvPr id="16" name="object 16"/>
            <p:cNvSpPr/>
            <p:nvPr/>
          </p:nvSpPr>
          <p:spPr>
            <a:xfrm>
              <a:off x="4986337" y="2366962"/>
              <a:ext cx="1971675" cy="1695450"/>
            </a:xfrm>
            <a:custGeom>
              <a:avLst/>
              <a:gdLst/>
              <a:ahLst/>
              <a:cxnLst/>
              <a:rect l="l" t="t" r="r" b="b"/>
              <a:pathLst>
                <a:path w="1971675" h="1695450">
                  <a:moveTo>
                    <a:pt x="1914309" y="0"/>
                  </a:moveTo>
                  <a:lnTo>
                    <a:pt x="57365" y="0"/>
                  </a:lnTo>
                  <a:lnTo>
                    <a:pt x="53365" y="393"/>
                  </a:lnTo>
                  <a:lnTo>
                    <a:pt x="15125" y="20828"/>
                  </a:lnTo>
                  <a:lnTo>
                    <a:pt x="0" y="57365"/>
                  </a:lnTo>
                  <a:lnTo>
                    <a:pt x="0" y="1634058"/>
                  </a:lnTo>
                  <a:lnTo>
                    <a:pt x="0" y="1638084"/>
                  </a:lnTo>
                  <a:lnTo>
                    <a:pt x="15125" y="1674609"/>
                  </a:lnTo>
                  <a:lnTo>
                    <a:pt x="53365" y="1695056"/>
                  </a:lnTo>
                  <a:lnTo>
                    <a:pt x="57365" y="1695450"/>
                  </a:lnTo>
                  <a:lnTo>
                    <a:pt x="1914309" y="1695450"/>
                  </a:lnTo>
                  <a:lnTo>
                    <a:pt x="1950834" y="1680324"/>
                  </a:lnTo>
                  <a:lnTo>
                    <a:pt x="1971281" y="1642084"/>
                  </a:lnTo>
                  <a:lnTo>
                    <a:pt x="1971675" y="1638084"/>
                  </a:lnTo>
                  <a:lnTo>
                    <a:pt x="1971675" y="57365"/>
                  </a:lnTo>
                  <a:lnTo>
                    <a:pt x="1956549" y="20828"/>
                  </a:lnTo>
                  <a:lnTo>
                    <a:pt x="1918296" y="393"/>
                  </a:lnTo>
                  <a:lnTo>
                    <a:pt x="1914309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986337" y="2366962"/>
              <a:ext cx="1971675" cy="1695450"/>
            </a:xfrm>
            <a:custGeom>
              <a:avLst/>
              <a:gdLst/>
              <a:ahLst/>
              <a:cxnLst/>
              <a:rect l="l" t="t" r="r" b="b"/>
              <a:pathLst>
                <a:path w="1971675" h="1695450">
                  <a:moveTo>
                    <a:pt x="0" y="1634058"/>
                  </a:moveTo>
                  <a:lnTo>
                    <a:pt x="0" y="61391"/>
                  </a:lnTo>
                  <a:lnTo>
                    <a:pt x="0" y="57365"/>
                  </a:lnTo>
                  <a:lnTo>
                    <a:pt x="393" y="53365"/>
                  </a:lnTo>
                  <a:lnTo>
                    <a:pt x="1181" y="49415"/>
                  </a:lnTo>
                  <a:lnTo>
                    <a:pt x="1968" y="45466"/>
                  </a:lnTo>
                  <a:lnTo>
                    <a:pt x="3124" y="41617"/>
                  </a:lnTo>
                  <a:lnTo>
                    <a:pt x="4673" y="37896"/>
                  </a:lnTo>
                  <a:lnTo>
                    <a:pt x="6210" y="34175"/>
                  </a:lnTo>
                  <a:lnTo>
                    <a:pt x="8102" y="30632"/>
                  </a:lnTo>
                  <a:lnTo>
                    <a:pt x="10350" y="27279"/>
                  </a:lnTo>
                  <a:lnTo>
                    <a:pt x="12585" y="23926"/>
                  </a:lnTo>
                  <a:lnTo>
                    <a:pt x="15125" y="20828"/>
                  </a:lnTo>
                  <a:lnTo>
                    <a:pt x="17983" y="17983"/>
                  </a:lnTo>
                  <a:lnTo>
                    <a:pt x="20828" y="15125"/>
                  </a:lnTo>
                  <a:lnTo>
                    <a:pt x="23926" y="12585"/>
                  </a:lnTo>
                  <a:lnTo>
                    <a:pt x="27279" y="10350"/>
                  </a:lnTo>
                  <a:lnTo>
                    <a:pt x="30645" y="8102"/>
                  </a:lnTo>
                  <a:lnTo>
                    <a:pt x="34175" y="6210"/>
                  </a:lnTo>
                  <a:lnTo>
                    <a:pt x="37896" y="4673"/>
                  </a:lnTo>
                  <a:lnTo>
                    <a:pt x="41617" y="3124"/>
                  </a:lnTo>
                  <a:lnTo>
                    <a:pt x="45466" y="1968"/>
                  </a:lnTo>
                  <a:lnTo>
                    <a:pt x="49415" y="1181"/>
                  </a:lnTo>
                  <a:lnTo>
                    <a:pt x="53365" y="393"/>
                  </a:lnTo>
                  <a:lnTo>
                    <a:pt x="57365" y="0"/>
                  </a:lnTo>
                  <a:lnTo>
                    <a:pt x="61391" y="0"/>
                  </a:lnTo>
                  <a:lnTo>
                    <a:pt x="1910283" y="0"/>
                  </a:lnTo>
                  <a:lnTo>
                    <a:pt x="1914309" y="0"/>
                  </a:lnTo>
                  <a:lnTo>
                    <a:pt x="1918296" y="393"/>
                  </a:lnTo>
                  <a:lnTo>
                    <a:pt x="1922259" y="1181"/>
                  </a:lnTo>
                  <a:lnTo>
                    <a:pt x="1926209" y="1968"/>
                  </a:lnTo>
                  <a:lnTo>
                    <a:pt x="1930044" y="3124"/>
                  </a:lnTo>
                  <a:lnTo>
                    <a:pt x="1933778" y="4673"/>
                  </a:lnTo>
                  <a:lnTo>
                    <a:pt x="1937499" y="6210"/>
                  </a:lnTo>
                  <a:lnTo>
                    <a:pt x="1941042" y="8102"/>
                  </a:lnTo>
                  <a:lnTo>
                    <a:pt x="1944395" y="10350"/>
                  </a:lnTo>
                  <a:lnTo>
                    <a:pt x="1947735" y="12585"/>
                  </a:lnTo>
                  <a:lnTo>
                    <a:pt x="1950834" y="15125"/>
                  </a:lnTo>
                  <a:lnTo>
                    <a:pt x="1953691" y="17983"/>
                  </a:lnTo>
                  <a:lnTo>
                    <a:pt x="1956549" y="20828"/>
                  </a:lnTo>
                  <a:lnTo>
                    <a:pt x="1959089" y="23926"/>
                  </a:lnTo>
                  <a:lnTo>
                    <a:pt x="1961324" y="27279"/>
                  </a:lnTo>
                  <a:lnTo>
                    <a:pt x="1963559" y="30632"/>
                  </a:lnTo>
                  <a:lnTo>
                    <a:pt x="1965464" y="34175"/>
                  </a:lnTo>
                  <a:lnTo>
                    <a:pt x="1967001" y="37896"/>
                  </a:lnTo>
                  <a:lnTo>
                    <a:pt x="1968550" y="41617"/>
                  </a:lnTo>
                  <a:lnTo>
                    <a:pt x="1969706" y="45466"/>
                  </a:lnTo>
                  <a:lnTo>
                    <a:pt x="1970493" y="49415"/>
                  </a:lnTo>
                  <a:lnTo>
                    <a:pt x="1971281" y="53365"/>
                  </a:lnTo>
                  <a:lnTo>
                    <a:pt x="1971675" y="57365"/>
                  </a:lnTo>
                  <a:lnTo>
                    <a:pt x="1971675" y="61391"/>
                  </a:lnTo>
                  <a:lnTo>
                    <a:pt x="1971675" y="1634058"/>
                  </a:lnTo>
                  <a:lnTo>
                    <a:pt x="1971675" y="1638084"/>
                  </a:lnTo>
                  <a:lnTo>
                    <a:pt x="1971281" y="1642084"/>
                  </a:lnTo>
                  <a:lnTo>
                    <a:pt x="1970493" y="1646034"/>
                  </a:lnTo>
                  <a:lnTo>
                    <a:pt x="1969706" y="1649984"/>
                  </a:lnTo>
                  <a:lnTo>
                    <a:pt x="1968550" y="1653819"/>
                  </a:lnTo>
                  <a:lnTo>
                    <a:pt x="1967001" y="1657553"/>
                  </a:lnTo>
                  <a:lnTo>
                    <a:pt x="1965464" y="1661274"/>
                  </a:lnTo>
                  <a:lnTo>
                    <a:pt x="1953691" y="1677466"/>
                  </a:lnTo>
                  <a:lnTo>
                    <a:pt x="1950834" y="1680324"/>
                  </a:lnTo>
                  <a:lnTo>
                    <a:pt x="1947735" y="1682864"/>
                  </a:lnTo>
                  <a:lnTo>
                    <a:pt x="1944395" y="1685099"/>
                  </a:lnTo>
                  <a:lnTo>
                    <a:pt x="1941042" y="1687347"/>
                  </a:lnTo>
                  <a:lnTo>
                    <a:pt x="1937499" y="1689239"/>
                  </a:lnTo>
                  <a:lnTo>
                    <a:pt x="1933778" y="1690776"/>
                  </a:lnTo>
                  <a:lnTo>
                    <a:pt x="1930044" y="1692325"/>
                  </a:lnTo>
                  <a:lnTo>
                    <a:pt x="1926209" y="1693481"/>
                  </a:lnTo>
                  <a:lnTo>
                    <a:pt x="1922259" y="1694268"/>
                  </a:lnTo>
                  <a:lnTo>
                    <a:pt x="1918296" y="1695056"/>
                  </a:lnTo>
                  <a:lnTo>
                    <a:pt x="1914309" y="1695450"/>
                  </a:lnTo>
                  <a:lnTo>
                    <a:pt x="1910283" y="1695450"/>
                  </a:lnTo>
                  <a:lnTo>
                    <a:pt x="61391" y="1695450"/>
                  </a:lnTo>
                  <a:lnTo>
                    <a:pt x="57365" y="1695450"/>
                  </a:lnTo>
                  <a:lnTo>
                    <a:pt x="53365" y="1695056"/>
                  </a:lnTo>
                  <a:lnTo>
                    <a:pt x="49415" y="1694268"/>
                  </a:lnTo>
                  <a:lnTo>
                    <a:pt x="45466" y="1693481"/>
                  </a:lnTo>
                  <a:lnTo>
                    <a:pt x="41617" y="1692325"/>
                  </a:lnTo>
                  <a:lnTo>
                    <a:pt x="37896" y="1690776"/>
                  </a:lnTo>
                  <a:lnTo>
                    <a:pt x="34175" y="1689239"/>
                  </a:lnTo>
                  <a:lnTo>
                    <a:pt x="30645" y="1687347"/>
                  </a:lnTo>
                  <a:lnTo>
                    <a:pt x="27279" y="1685099"/>
                  </a:lnTo>
                  <a:lnTo>
                    <a:pt x="23926" y="1682864"/>
                  </a:lnTo>
                  <a:lnTo>
                    <a:pt x="20828" y="1680324"/>
                  </a:lnTo>
                  <a:lnTo>
                    <a:pt x="17983" y="1677466"/>
                  </a:lnTo>
                  <a:lnTo>
                    <a:pt x="15125" y="1674609"/>
                  </a:lnTo>
                  <a:lnTo>
                    <a:pt x="4673" y="1657553"/>
                  </a:lnTo>
                  <a:lnTo>
                    <a:pt x="3124" y="1653819"/>
                  </a:lnTo>
                  <a:lnTo>
                    <a:pt x="1968" y="1649984"/>
                  </a:lnTo>
                  <a:lnTo>
                    <a:pt x="1181" y="1646034"/>
                  </a:lnTo>
                  <a:lnTo>
                    <a:pt x="393" y="1642084"/>
                  </a:lnTo>
                  <a:lnTo>
                    <a:pt x="0" y="1638084"/>
                  </a:lnTo>
                  <a:lnTo>
                    <a:pt x="0" y="1634058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171287" y="2551429"/>
            <a:ext cx="1558925" cy="129032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604520">
              <a:lnSpc>
                <a:spcPct val="104700"/>
              </a:lnSpc>
              <a:spcBef>
                <a:spcPts val="5"/>
              </a:spcBef>
            </a:pPr>
            <a:r>
              <a:rPr dirty="0" sz="1850" spc="-135">
                <a:solidFill>
                  <a:srgbClr val="51586B"/>
                </a:solidFill>
                <a:latin typeface="Arial Black"/>
                <a:cs typeface="Arial Black"/>
              </a:rPr>
              <a:t>Investor </a:t>
            </a:r>
            <a:r>
              <a:rPr dirty="0" sz="1850" spc="-95">
                <a:solidFill>
                  <a:srgbClr val="51586B"/>
                </a:solidFill>
                <a:latin typeface="Arial Black"/>
                <a:cs typeface="Arial Black"/>
              </a:rPr>
              <a:t>Support</a:t>
            </a:r>
            <a:endParaRPr sz="1850">
              <a:latin typeface="Arial Black"/>
              <a:cs typeface="Arial Black"/>
            </a:endParaRPr>
          </a:p>
          <a:p>
            <a:pPr marL="12700" marR="5080">
              <a:lnSpc>
                <a:spcPct val="137900"/>
              </a:lnSpc>
              <a:spcBef>
                <a:spcPts val="595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Informed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35">
                <a:solidFill>
                  <a:srgbClr val="51586B"/>
                </a:solidFill>
                <a:latin typeface="Tahoma"/>
                <a:cs typeface="Tahoma"/>
              </a:rPr>
              <a:t>decision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making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57225" y="4257675"/>
            <a:ext cx="6305550" cy="1114425"/>
            <a:chOff x="657225" y="4257675"/>
            <a:chExt cx="6305550" cy="1114425"/>
          </a:xfrm>
        </p:grpSpPr>
        <p:sp>
          <p:nvSpPr>
            <p:cNvPr id="20" name="object 20"/>
            <p:cNvSpPr/>
            <p:nvPr/>
          </p:nvSpPr>
          <p:spPr>
            <a:xfrm>
              <a:off x="661987" y="4262437"/>
              <a:ext cx="6296025" cy="1104900"/>
            </a:xfrm>
            <a:custGeom>
              <a:avLst/>
              <a:gdLst/>
              <a:ahLst/>
              <a:cxnLst/>
              <a:rect l="l" t="t" r="r" b="b"/>
              <a:pathLst>
                <a:path w="6296025" h="1104900">
                  <a:moveTo>
                    <a:pt x="6238659" y="0"/>
                  </a:moveTo>
                  <a:lnTo>
                    <a:pt x="57363" y="0"/>
                  </a:lnTo>
                  <a:lnTo>
                    <a:pt x="53369" y="393"/>
                  </a:lnTo>
                  <a:lnTo>
                    <a:pt x="15130" y="20828"/>
                  </a:lnTo>
                  <a:lnTo>
                    <a:pt x="0" y="57365"/>
                  </a:lnTo>
                  <a:lnTo>
                    <a:pt x="0" y="1043508"/>
                  </a:lnTo>
                  <a:lnTo>
                    <a:pt x="0" y="1047534"/>
                  </a:lnTo>
                  <a:lnTo>
                    <a:pt x="15130" y="1084059"/>
                  </a:lnTo>
                  <a:lnTo>
                    <a:pt x="53369" y="1104506"/>
                  </a:lnTo>
                  <a:lnTo>
                    <a:pt x="57363" y="1104900"/>
                  </a:lnTo>
                  <a:lnTo>
                    <a:pt x="6238659" y="1104900"/>
                  </a:lnTo>
                  <a:lnTo>
                    <a:pt x="6275184" y="1089774"/>
                  </a:lnTo>
                  <a:lnTo>
                    <a:pt x="6295631" y="1051521"/>
                  </a:lnTo>
                  <a:lnTo>
                    <a:pt x="6296025" y="1047534"/>
                  </a:lnTo>
                  <a:lnTo>
                    <a:pt x="6296025" y="57365"/>
                  </a:lnTo>
                  <a:lnTo>
                    <a:pt x="6280899" y="20828"/>
                  </a:lnTo>
                  <a:lnTo>
                    <a:pt x="6242646" y="393"/>
                  </a:lnTo>
                  <a:lnTo>
                    <a:pt x="6238659" y="0"/>
                  </a:lnTo>
                  <a:close/>
                </a:path>
              </a:pathLst>
            </a:custGeom>
            <a:solidFill>
              <a:srgbClr val="E2E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61987" y="4262437"/>
              <a:ext cx="6296025" cy="1104900"/>
            </a:xfrm>
            <a:custGeom>
              <a:avLst/>
              <a:gdLst/>
              <a:ahLst/>
              <a:cxnLst/>
              <a:rect l="l" t="t" r="r" b="b"/>
              <a:pathLst>
                <a:path w="6296025" h="1104900">
                  <a:moveTo>
                    <a:pt x="0" y="1043508"/>
                  </a:moveTo>
                  <a:lnTo>
                    <a:pt x="0" y="61391"/>
                  </a:lnTo>
                  <a:lnTo>
                    <a:pt x="0" y="57365"/>
                  </a:lnTo>
                  <a:lnTo>
                    <a:pt x="392" y="53365"/>
                  </a:lnTo>
                  <a:lnTo>
                    <a:pt x="1181" y="49415"/>
                  </a:lnTo>
                  <a:lnTo>
                    <a:pt x="1964" y="45466"/>
                  </a:lnTo>
                  <a:lnTo>
                    <a:pt x="3130" y="41617"/>
                  </a:lnTo>
                  <a:lnTo>
                    <a:pt x="4673" y="37896"/>
                  </a:lnTo>
                  <a:lnTo>
                    <a:pt x="6216" y="34175"/>
                  </a:lnTo>
                  <a:lnTo>
                    <a:pt x="8106" y="30632"/>
                  </a:lnTo>
                  <a:lnTo>
                    <a:pt x="10347" y="27279"/>
                  </a:lnTo>
                  <a:lnTo>
                    <a:pt x="12585" y="23926"/>
                  </a:lnTo>
                  <a:lnTo>
                    <a:pt x="15130" y="20828"/>
                  </a:lnTo>
                  <a:lnTo>
                    <a:pt x="17983" y="17983"/>
                  </a:lnTo>
                  <a:lnTo>
                    <a:pt x="20830" y="15125"/>
                  </a:lnTo>
                  <a:lnTo>
                    <a:pt x="37901" y="4673"/>
                  </a:lnTo>
                  <a:lnTo>
                    <a:pt x="41626" y="3124"/>
                  </a:lnTo>
                  <a:lnTo>
                    <a:pt x="45462" y="1968"/>
                  </a:lnTo>
                  <a:lnTo>
                    <a:pt x="49415" y="1181"/>
                  </a:lnTo>
                  <a:lnTo>
                    <a:pt x="53369" y="393"/>
                  </a:lnTo>
                  <a:lnTo>
                    <a:pt x="57363" y="0"/>
                  </a:lnTo>
                  <a:lnTo>
                    <a:pt x="61396" y="0"/>
                  </a:lnTo>
                  <a:lnTo>
                    <a:pt x="6234633" y="0"/>
                  </a:lnTo>
                  <a:lnTo>
                    <a:pt x="6238659" y="0"/>
                  </a:lnTo>
                  <a:lnTo>
                    <a:pt x="6242646" y="393"/>
                  </a:lnTo>
                  <a:lnTo>
                    <a:pt x="6246609" y="1181"/>
                  </a:lnTo>
                  <a:lnTo>
                    <a:pt x="6250559" y="1968"/>
                  </a:lnTo>
                  <a:lnTo>
                    <a:pt x="6254394" y="3124"/>
                  </a:lnTo>
                  <a:lnTo>
                    <a:pt x="6258128" y="4673"/>
                  </a:lnTo>
                  <a:lnTo>
                    <a:pt x="6261849" y="6210"/>
                  </a:lnTo>
                  <a:lnTo>
                    <a:pt x="6265392" y="8102"/>
                  </a:lnTo>
                  <a:lnTo>
                    <a:pt x="6268745" y="10350"/>
                  </a:lnTo>
                  <a:lnTo>
                    <a:pt x="6272085" y="12585"/>
                  </a:lnTo>
                  <a:lnTo>
                    <a:pt x="6275184" y="15125"/>
                  </a:lnTo>
                  <a:lnTo>
                    <a:pt x="6278041" y="17983"/>
                  </a:lnTo>
                  <a:lnTo>
                    <a:pt x="6280899" y="20828"/>
                  </a:lnTo>
                  <a:lnTo>
                    <a:pt x="6283439" y="23926"/>
                  </a:lnTo>
                  <a:lnTo>
                    <a:pt x="6285674" y="27279"/>
                  </a:lnTo>
                  <a:lnTo>
                    <a:pt x="6287909" y="30632"/>
                  </a:lnTo>
                  <a:lnTo>
                    <a:pt x="6289814" y="34175"/>
                  </a:lnTo>
                  <a:lnTo>
                    <a:pt x="6291351" y="37896"/>
                  </a:lnTo>
                  <a:lnTo>
                    <a:pt x="6292900" y="41617"/>
                  </a:lnTo>
                  <a:lnTo>
                    <a:pt x="6294056" y="45466"/>
                  </a:lnTo>
                  <a:lnTo>
                    <a:pt x="6294843" y="49415"/>
                  </a:lnTo>
                  <a:lnTo>
                    <a:pt x="6295631" y="53365"/>
                  </a:lnTo>
                  <a:lnTo>
                    <a:pt x="6296025" y="57365"/>
                  </a:lnTo>
                  <a:lnTo>
                    <a:pt x="6296025" y="61391"/>
                  </a:lnTo>
                  <a:lnTo>
                    <a:pt x="6296025" y="1043508"/>
                  </a:lnTo>
                  <a:lnTo>
                    <a:pt x="6296025" y="1047534"/>
                  </a:lnTo>
                  <a:lnTo>
                    <a:pt x="6295631" y="1051521"/>
                  </a:lnTo>
                  <a:lnTo>
                    <a:pt x="6294843" y="1055484"/>
                  </a:lnTo>
                  <a:lnTo>
                    <a:pt x="6294056" y="1059434"/>
                  </a:lnTo>
                  <a:lnTo>
                    <a:pt x="6292900" y="1063269"/>
                  </a:lnTo>
                  <a:lnTo>
                    <a:pt x="6291351" y="1067003"/>
                  </a:lnTo>
                  <a:lnTo>
                    <a:pt x="6289814" y="1070724"/>
                  </a:lnTo>
                  <a:lnTo>
                    <a:pt x="6278041" y="1086916"/>
                  </a:lnTo>
                  <a:lnTo>
                    <a:pt x="6275184" y="1089774"/>
                  </a:lnTo>
                  <a:lnTo>
                    <a:pt x="6258128" y="1100226"/>
                  </a:lnTo>
                  <a:lnTo>
                    <a:pt x="6254394" y="1101775"/>
                  </a:lnTo>
                  <a:lnTo>
                    <a:pt x="6250559" y="1102931"/>
                  </a:lnTo>
                  <a:lnTo>
                    <a:pt x="6246609" y="1103718"/>
                  </a:lnTo>
                  <a:lnTo>
                    <a:pt x="6242646" y="1104506"/>
                  </a:lnTo>
                  <a:lnTo>
                    <a:pt x="6238659" y="1104900"/>
                  </a:lnTo>
                  <a:lnTo>
                    <a:pt x="6234633" y="1104900"/>
                  </a:lnTo>
                  <a:lnTo>
                    <a:pt x="61396" y="1104900"/>
                  </a:lnTo>
                  <a:lnTo>
                    <a:pt x="57363" y="1104900"/>
                  </a:lnTo>
                  <a:lnTo>
                    <a:pt x="53369" y="1104506"/>
                  </a:lnTo>
                  <a:lnTo>
                    <a:pt x="49415" y="1103718"/>
                  </a:lnTo>
                  <a:lnTo>
                    <a:pt x="45462" y="1102931"/>
                  </a:lnTo>
                  <a:lnTo>
                    <a:pt x="41626" y="1101775"/>
                  </a:lnTo>
                  <a:lnTo>
                    <a:pt x="37901" y="1100226"/>
                  </a:lnTo>
                  <a:lnTo>
                    <a:pt x="34175" y="1098689"/>
                  </a:lnTo>
                  <a:lnTo>
                    <a:pt x="17983" y="1086916"/>
                  </a:lnTo>
                  <a:lnTo>
                    <a:pt x="15130" y="1084059"/>
                  </a:lnTo>
                  <a:lnTo>
                    <a:pt x="1181" y="1055484"/>
                  </a:lnTo>
                  <a:lnTo>
                    <a:pt x="392" y="1051521"/>
                  </a:lnTo>
                  <a:lnTo>
                    <a:pt x="0" y="1047534"/>
                  </a:lnTo>
                  <a:lnTo>
                    <a:pt x="0" y="1043508"/>
                  </a:lnTo>
                  <a:close/>
                </a:path>
              </a:pathLst>
            </a:custGeom>
            <a:ln w="9525">
              <a:solidFill>
                <a:srgbClr val="C8CA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47378" y="4446904"/>
            <a:ext cx="2118995" cy="690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0">
                <a:solidFill>
                  <a:srgbClr val="51586B"/>
                </a:solidFill>
                <a:latin typeface="Arial Black"/>
                <a:cs typeface="Arial Black"/>
              </a:rPr>
              <a:t>Scalable</a:t>
            </a:r>
            <a:endParaRPr sz="18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Updatable</a:t>
            </a:r>
            <a:r>
              <a:rPr dirty="0" sz="1450" spc="8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with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new</a:t>
            </a:r>
            <a:r>
              <a:rPr dirty="0" sz="1450" spc="8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51586B"/>
                </a:solidFill>
                <a:latin typeface="Tahoma"/>
                <a:cs typeface="Tahoma"/>
              </a:rPr>
              <a:t>data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533939"/>
            <a:ext cx="6214110" cy="5924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50"/>
              <a:t>Limitations</a:t>
            </a:r>
            <a:r>
              <a:rPr dirty="0" spc="-385"/>
              <a:t> </a:t>
            </a:r>
            <a:r>
              <a:rPr dirty="0" spc="-430"/>
              <a:t>&amp;</a:t>
            </a:r>
            <a:r>
              <a:rPr dirty="0" spc="-385"/>
              <a:t> </a:t>
            </a:r>
            <a:r>
              <a:rPr dirty="0" spc="-250"/>
              <a:t>Future</a:t>
            </a:r>
            <a:r>
              <a:rPr dirty="0" spc="-385"/>
              <a:t> </a:t>
            </a:r>
            <a:r>
              <a:rPr dirty="0" spc="-175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840" y="1589405"/>
            <a:ext cx="224345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14">
                <a:solidFill>
                  <a:srgbClr val="373B48"/>
                </a:solidFill>
                <a:latin typeface="Arial Black"/>
                <a:cs typeface="Arial Black"/>
              </a:rPr>
              <a:t>Current</a:t>
            </a:r>
            <a:r>
              <a:rPr dirty="0" sz="1850" spc="-17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1850" spc="-114">
                <a:solidFill>
                  <a:srgbClr val="373B48"/>
                </a:solidFill>
                <a:latin typeface="Arial Black"/>
                <a:cs typeface="Arial Black"/>
              </a:rPr>
              <a:t>Limitations</a:t>
            </a:r>
            <a:endParaRPr sz="18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953" y="2063445"/>
            <a:ext cx="227965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0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Depends</a:t>
            </a:r>
            <a:r>
              <a:rPr dirty="0" sz="1450" spc="1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on</a:t>
            </a:r>
            <a:r>
              <a:rPr dirty="0" sz="1450" spc="1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historical</a:t>
            </a:r>
            <a:r>
              <a:rPr dirty="0" sz="1450" spc="15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51586B"/>
                </a:solidFill>
                <a:latin typeface="Tahoma"/>
                <a:cs typeface="Tahoma"/>
              </a:rPr>
              <a:t>data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patterns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5937" y="2063445"/>
            <a:ext cx="218186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0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Cannot</a:t>
            </a:r>
            <a:r>
              <a:rPr dirty="0" sz="1450" spc="16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predict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unexpected</a:t>
            </a:r>
            <a:r>
              <a:rPr dirty="0" sz="1450" spc="18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global</a:t>
            </a:r>
            <a:r>
              <a:rPr dirty="0" sz="1450" spc="18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events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5953" y="3034995"/>
            <a:ext cx="1990089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Market</a:t>
            </a:r>
            <a:r>
              <a:rPr dirty="0" sz="1450" spc="10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volatility</a:t>
            </a:r>
            <a:r>
              <a:rPr dirty="0" sz="1450" spc="10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affects accuracy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5937" y="3113023"/>
            <a:ext cx="161607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Limited</a:t>
            </a:r>
            <a:r>
              <a:rPr dirty="0" sz="1450" spc="13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feature</a:t>
            </a:r>
            <a:r>
              <a:rPr dirty="0" sz="1450" spc="13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51586B"/>
                </a:solidFill>
                <a:latin typeface="Tahoma"/>
                <a:cs typeface="Tahoma"/>
              </a:rPr>
              <a:t>set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0775" y="1419224"/>
            <a:ext cx="5476875" cy="48958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558036" y="2237009"/>
            <a:ext cx="116839" cy="29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505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17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84402" y="2856229"/>
            <a:ext cx="1939289" cy="1071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25">
                <a:solidFill>
                  <a:srgbClr val="FFFFFF"/>
                </a:solidFill>
                <a:latin typeface="Arial Black"/>
                <a:cs typeface="Arial Black"/>
              </a:rPr>
              <a:t>Deep</a:t>
            </a:r>
            <a:r>
              <a:rPr dirty="0" sz="1850" spc="-1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Arial Black"/>
                <a:cs typeface="Arial Black"/>
              </a:rPr>
              <a:t>Learning</a:t>
            </a:r>
            <a:endParaRPr sz="1850">
              <a:latin typeface="Arial Black"/>
              <a:cs typeface="Arial Black"/>
            </a:endParaRPr>
          </a:p>
          <a:p>
            <a:pPr marL="12700" marR="5080">
              <a:lnSpc>
                <a:spcPct val="137900"/>
              </a:lnSpc>
              <a:spcBef>
                <a:spcPts val="1195"/>
              </a:spcBef>
            </a:pPr>
            <a:r>
              <a:rPr dirty="0" sz="1450" spc="55">
                <a:solidFill>
                  <a:srgbClr val="FFFFFF"/>
                </a:solidFill>
                <a:latin typeface="Tahoma"/>
                <a:cs typeface="Tahoma"/>
              </a:rPr>
              <a:t>LSTM</a:t>
            </a:r>
            <a:r>
              <a:rPr dirty="0" sz="1450" spc="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FFFFFF"/>
                </a:solidFill>
                <a:latin typeface="Tahoma"/>
                <a:cs typeface="Tahoma"/>
              </a:rPr>
              <a:t>models for </a:t>
            </a:r>
            <a:r>
              <a:rPr dirty="0" sz="1450" spc="-20">
                <a:solidFill>
                  <a:srgbClr val="FFFFFF"/>
                </a:solidFill>
                <a:latin typeface="Tahoma"/>
                <a:cs typeface="Tahoma"/>
              </a:rPr>
              <a:t>time-</a:t>
            </a:r>
            <a:r>
              <a:rPr dirty="0" sz="1450" spc="-10">
                <a:solidFill>
                  <a:srgbClr val="FFFFFF"/>
                </a:solidFill>
                <a:latin typeface="Tahoma"/>
                <a:cs typeface="Tahoma"/>
              </a:rPr>
              <a:t>series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76339" y="1589405"/>
            <a:ext cx="3960495" cy="9455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35">
                <a:solidFill>
                  <a:srgbClr val="FFFFFF"/>
                </a:solidFill>
                <a:latin typeface="Arial Black"/>
                <a:cs typeface="Arial Black"/>
              </a:rPr>
              <a:t>Future</a:t>
            </a:r>
            <a:r>
              <a:rPr dirty="0" sz="1850" spc="-1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50" spc="-50">
                <a:solidFill>
                  <a:srgbClr val="FFFFFF"/>
                </a:solidFill>
                <a:latin typeface="Arial Black"/>
                <a:cs typeface="Arial Black"/>
              </a:rPr>
              <a:t>Enhancements</a:t>
            </a:r>
            <a:endParaRPr sz="18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850">
              <a:latin typeface="Arial Black"/>
              <a:cs typeface="Arial Black"/>
            </a:endParaRPr>
          </a:p>
          <a:p>
            <a:pPr algn="r" marR="5080">
              <a:lnSpc>
                <a:spcPct val="100000"/>
              </a:lnSpc>
            </a:pPr>
            <a:r>
              <a:rPr dirty="0" sz="1750" spc="-5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75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27890" y="2856229"/>
            <a:ext cx="1627505" cy="1071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20">
                <a:solidFill>
                  <a:srgbClr val="FFFFFF"/>
                </a:solidFill>
                <a:latin typeface="Arial Black"/>
                <a:cs typeface="Arial Black"/>
              </a:rPr>
              <a:t>Real-</a:t>
            </a:r>
            <a:r>
              <a:rPr dirty="0" sz="1850" spc="-155">
                <a:solidFill>
                  <a:srgbClr val="FFFFFF"/>
                </a:solidFill>
                <a:latin typeface="Arial Black"/>
                <a:cs typeface="Arial Black"/>
              </a:rPr>
              <a:t>Time</a:t>
            </a:r>
            <a:r>
              <a:rPr dirty="0" sz="1850" spc="-1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850" spc="-95">
                <a:solidFill>
                  <a:srgbClr val="FFFFFF"/>
                </a:solidFill>
                <a:latin typeface="Arial Black"/>
                <a:cs typeface="Arial Black"/>
              </a:rPr>
              <a:t>API</a:t>
            </a:r>
            <a:endParaRPr sz="1850">
              <a:latin typeface="Arial Black"/>
              <a:cs typeface="Arial Black"/>
            </a:endParaRPr>
          </a:p>
          <a:p>
            <a:pPr marL="12700" marR="371475">
              <a:lnSpc>
                <a:spcPct val="137900"/>
              </a:lnSpc>
              <a:spcBef>
                <a:spcPts val="1195"/>
              </a:spcBef>
            </a:pPr>
            <a:r>
              <a:rPr dirty="0" sz="1450">
                <a:solidFill>
                  <a:srgbClr val="FFFFFF"/>
                </a:solidFill>
                <a:latin typeface="Tahoma"/>
                <a:cs typeface="Tahoma"/>
              </a:rPr>
              <a:t>Live</a:t>
            </a:r>
            <a:r>
              <a:rPr dirty="0" sz="1450" spc="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FFFFFF"/>
                </a:solidFill>
                <a:latin typeface="Tahoma"/>
                <a:cs typeface="Tahoma"/>
              </a:rPr>
              <a:t>gold</a:t>
            </a:r>
            <a:r>
              <a:rPr dirty="0" sz="1450" spc="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ahoma"/>
                <a:cs typeface="Tahoma"/>
              </a:rPr>
              <a:t>price </a:t>
            </a:r>
            <a:r>
              <a:rPr dirty="0" sz="1450" spc="-10">
                <a:solidFill>
                  <a:srgbClr val="FFFFFF"/>
                </a:solidFill>
                <a:latin typeface="Tahoma"/>
                <a:cs typeface="Tahoma"/>
              </a:rPr>
              <a:t>integration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84403" y="4484909"/>
            <a:ext cx="2432685" cy="13760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1750" spc="-5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17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7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1850" spc="-25">
                <a:solidFill>
                  <a:srgbClr val="FFFFFF"/>
                </a:solidFill>
                <a:latin typeface="Arial Black"/>
                <a:cs typeface="Arial Black"/>
              </a:rPr>
              <a:t>Deployment</a:t>
            </a:r>
            <a:endParaRPr sz="18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1450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dirty="0" sz="145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-3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1450">
                <a:solidFill>
                  <a:srgbClr val="FFFFFF"/>
                </a:solidFill>
                <a:latin typeface="Tahoma"/>
                <a:cs typeface="Tahoma"/>
              </a:rPr>
              <a:t> mobile</a:t>
            </a:r>
            <a:r>
              <a:rPr dirty="0" sz="145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ahoma"/>
                <a:cs typeface="Tahoma"/>
              </a:rPr>
              <a:t>applications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8175" y="2095500"/>
            <a:ext cx="38100" cy="638175"/>
          </a:xfrm>
          <a:custGeom>
            <a:avLst/>
            <a:gdLst/>
            <a:ahLst/>
            <a:cxnLst/>
            <a:rect l="l" t="t" r="r" b="b"/>
            <a:pathLst>
              <a:path w="38100" h="638175">
                <a:moveTo>
                  <a:pt x="38100" y="0"/>
                </a:moveTo>
                <a:lnTo>
                  <a:pt x="0" y="0"/>
                </a:lnTo>
                <a:lnTo>
                  <a:pt x="0" y="638175"/>
                </a:lnTo>
                <a:lnTo>
                  <a:pt x="38100" y="638175"/>
                </a:lnTo>
                <a:lnTo>
                  <a:pt x="3810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62325" y="2095500"/>
            <a:ext cx="38100" cy="638175"/>
          </a:xfrm>
          <a:custGeom>
            <a:avLst/>
            <a:gdLst/>
            <a:ahLst/>
            <a:cxnLst/>
            <a:rect l="l" t="t" r="r" b="b"/>
            <a:pathLst>
              <a:path w="38100" h="638175">
                <a:moveTo>
                  <a:pt x="38100" y="0"/>
                </a:moveTo>
                <a:lnTo>
                  <a:pt x="0" y="0"/>
                </a:lnTo>
                <a:lnTo>
                  <a:pt x="0" y="638175"/>
                </a:lnTo>
                <a:lnTo>
                  <a:pt x="38100" y="638175"/>
                </a:lnTo>
                <a:lnTo>
                  <a:pt x="3810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8175" y="3076575"/>
            <a:ext cx="38100" cy="638175"/>
          </a:xfrm>
          <a:custGeom>
            <a:avLst/>
            <a:gdLst/>
            <a:ahLst/>
            <a:cxnLst/>
            <a:rect l="l" t="t" r="r" b="b"/>
            <a:pathLst>
              <a:path w="38100" h="638175">
                <a:moveTo>
                  <a:pt x="38100" y="0"/>
                </a:moveTo>
                <a:lnTo>
                  <a:pt x="0" y="0"/>
                </a:lnTo>
                <a:lnTo>
                  <a:pt x="0" y="638175"/>
                </a:lnTo>
                <a:lnTo>
                  <a:pt x="38100" y="638175"/>
                </a:lnTo>
                <a:lnTo>
                  <a:pt x="3810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62325" y="3076575"/>
            <a:ext cx="38100" cy="638175"/>
          </a:xfrm>
          <a:custGeom>
            <a:avLst/>
            <a:gdLst/>
            <a:ahLst/>
            <a:cxnLst/>
            <a:rect l="l" t="t" r="r" b="b"/>
            <a:pathLst>
              <a:path w="38100" h="638175">
                <a:moveTo>
                  <a:pt x="38100" y="0"/>
                </a:moveTo>
                <a:lnTo>
                  <a:pt x="0" y="0"/>
                </a:lnTo>
                <a:lnTo>
                  <a:pt x="0" y="638175"/>
                </a:lnTo>
                <a:lnTo>
                  <a:pt x="38100" y="638175"/>
                </a:lnTo>
                <a:lnTo>
                  <a:pt x="38100" y="0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10204090" y="6030607"/>
            <a:ext cx="2098675" cy="859155"/>
            <a:chOff x="10204090" y="6030607"/>
            <a:chExt cx="2098675" cy="859155"/>
          </a:xfrm>
        </p:grpSpPr>
        <p:pic>
          <p:nvPicPr>
            <p:cNvPr id="19" name="object 19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  <p:sp>
          <p:nvSpPr>
            <p:cNvPr id="20" name="object 20">
              <a:hlinkClick r:id="rId3"/>
            </p:cNvPr>
            <p:cNvSpPr/>
            <p:nvPr/>
          </p:nvSpPr>
          <p:spPr>
            <a:xfrm>
              <a:off x="10299001" y="6427892"/>
              <a:ext cx="1609090" cy="220345"/>
            </a:xfrm>
            <a:custGeom>
              <a:avLst/>
              <a:gdLst/>
              <a:ahLst/>
              <a:cxnLst/>
              <a:rect l="l" t="t" r="r" b="b"/>
              <a:pathLst>
                <a:path w="1609090" h="220345">
                  <a:moveTo>
                    <a:pt x="0" y="50346"/>
                  </a:moveTo>
                  <a:lnTo>
                    <a:pt x="100507" y="50346"/>
                  </a:lnTo>
                  <a:lnTo>
                    <a:pt x="121348" y="62947"/>
                  </a:lnTo>
                  <a:lnTo>
                    <a:pt x="131711" y="69195"/>
                  </a:lnTo>
                  <a:lnTo>
                    <a:pt x="145605" y="75501"/>
                  </a:lnTo>
                  <a:lnTo>
                    <a:pt x="228790" y="75501"/>
                  </a:lnTo>
                  <a:lnTo>
                    <a:pt x="239166" y="78672"/>
                  </a:lnTo>
                  <a:lnTo>
                    <a:pt x="253060" y="81796"/>
                  </a:lnTo>
                  <a:lnTo>
                    <a:pt x="263474" y="84978"/>
                  </a:lnTo>
                  <a:lnTo>
                    <a:pt x="273837" y="88102"/>
                  </a:lnTo>
                  <a:lnTo>
                    <a:pt x="526897" y="88102"/>
                  </a:lnTo>
                  <a:lnTo>
                    <a:pt x="554634" y="81796"/>
                  </a:lnTo>
                  <a:lnTo>
                    <a:pt x="585838" y="75501"/>
                  </a:lnTo>
                  <a:lnTo>
                    <a:pt x="620509" y="69195"/>
                  </a:lnTo>
                  <a:lnTo>
                    <a:pt x="665606" y="62947"/>
                  </a:lnTo>
                  <a:lnTo>
                    <a:pt x="703706" y="66071"/>
                  </a:lnTo>
                  <a:lnTo>
                    <a:pt x="807732" y="66071"/>
                  </a:lnTo>
                  <a:lnTo>
                    <a:pt x="835469" y="62947"/>
                  </a:lnTo>
                  <a:lnTo>
                    <a:pt x="963714" y="62947"/>
                  </a:lnTo>
                  <a:lnTo>
                    <a:pt x="984542" y="59776"/>
                  </a:lnTo>
                  <a:lnTo>
                    <a:pt x="1001864" y="56652"/>
                  </a:lnTo>
                  <a:lnTo>
                    <a:pt x="1019174" y="53470"/>
                  </a:lnTo>
                  <a:lnTo>
                    <a:pt x="1033068" y="50346"/>
                  </a:lnTo>
                  <a:lnTo>
                    <a:pt x="1584274" y="50346"/>
                  </a:lnTo>
                  <a:lnTo>
                    <a:pt x="1591170" y="56652"/>
                  </a:lnTo>
                  <a:lnTo>
                    <a:pt x="1591170" y="62947"/>
                  </a:lnTo>
                  <a:lnTo>
                    <a:pt x="1584274" y="69195"/>
                  </a:lnTo>
                  <a:lnTo>
                    <a:pt x="1573860" y="78672"/>
                  </a:lnTo>
                  <a:lnTo>
                    <a:pt x="1553070" y="84978"/>
                  </a:lnTo>
                  <a:lnTo>
                    <a:pt x="1532280" y="91227"/>
                  </a:lnTo>
                  <a:lnTo>
                    <a:pt x="1511452" y="97521"/>
                  </a:lnTo>
                  <a:lnTo>
                    <a:pt x="1490662" y="100703"/>
                  </a:lnTo>
                  <a:lnTo>
                    <a:pt x="1476768" y="100703"/>
                  </a:lnTo>
                  <a:lnTo>
                    <a:pt x="1455978" y="103828"/>
                  </a:lnTo>
                  <a:lnTo>
                    <a:pt x="1417827" y="106998"/>
                  </a:lnTo>
                  <a:lnTo>
                    <a:pt x="1376260" y="110122"/>
                  </a:lnTo>
                  <a:lnTo>
                    <a:pt x="1334642" y="113304"/>
                  </a:lnTo>
                  <a:lnTo>
                    <a:pt x="1237602" y="113304"/>
                  </a:lnTo>
                  <a:lnTo>
                    <a:pt x="1175194" y="119553"/>
                  </a:lnTo>
                  <a:lnTo>
                    <a:pt x="1147457" y="122723"/>
                  </a:lnTo>
                  <a:lnTo>
                    <a:pt x="1130096" y="125859"/>
                  </a:lnTo>
                  <a:lnTo>
                    <a:pt x="1036535" y="125859"/>
                  </a:lnTo>
                  <a:lnTo>
                    <a:pt x="1015695" y="129029"/>
                  </a:lnTo>
                  <a:lnTo>
                    <a:pt x="994917" y="132154"/>
                  </a:lnTo>
                  <a:lnTo>
                    <a:pt x="974128" y="135324"/>
                  </a:lnTo>
                  <a:lnTo>
                    <a:pt x="956817" y="138460"/>
                  </a:lnTo>
                  <a:lnTo>
                    <a:pt x="939457" y="141584"/>
                  </a:lnTo>
                  <a:lnTo>
                    <a:pt x="925614" y="144755"/>
                  </a:lnTo>
                  <a:lnTo>
                    <a:pt x="897877" y="147879"/>
                  </a:lnTo>
                  <a:lnTo>
                    <a:pt x="866673" y="151061"/>
                  </a:lnTo>
                  <a:lnTo>
                    <a:pt x="634403" y="151061"/>
                  </a:lnTo>
                  <a:lnTo>
                    <a:pt x="565048" y="154185"/>
                  </a:lnTo>
                  <a:lnTo>
                    <a:pt x="509587" y="157356"/>
                  </a:lnTo>
                  <a:lnTo>
                    <a:pt x="457593" y="160480"/>
                  </a:lnTo>
                  <a:lnTo>
                    <a:pt x="422922" y="163604"/>
                  </a:lnTo>
                  <a:lnTo>
                    <a:pt x="322414" y="163604"/>
                  </a:lnTo>
                  <a:lnTo>
                    <a:pt x="301574" y="166786"/>
                  </a:lnTo>
                  <a:lnTo>
                    <a:pt x="277317" y="169910"/>
                  </a:lnTo>
                  <a:lnTo>
                    <a:pt x="256527" y="173081"/>
                  </a:lnTo>
                  <a:lnTo>
                    <a:pt x="239166" y="176205"/>
                  </a:lnTo>
                  <a:lnTo>
                    <a:pt x="221856" y="179387"/>
                  </a:lnTo>
                  <a:lnTo>
                    <a:pt x="211429" y="182511"/>
                  </a:lnTo>
                  <a:lnTo>
                    <a:pt x="187172" y="188806"/>
                  </a:lnTo>
                  <a:lnTo>
                    <a:pt x="159448" y="195112"/>
                  </a:lnTo>
                  <a:lnTo>
                    <a:pt x="135178" y="198237"/>
                  </a:lnTo>
                  <a:lnTo>
                    <a:pt x="114401" y="201407"/>
                  </a:lnTo>
                  <a:lnTo>
                    <a:pt x="117868" y="198237"/>
                  </a:lnTo>
                  <a:lnTo>
                    <a:pt x="128231" y="195112"/>
                  </a:lnTo>
                  <a:lnTo>
                    <a:pt x="149072" y="182511"/>
                  </a:lnTo>
                  <a:lnTo>
                    <a:pt x="159448" y="176205"/>
                  </a:lnTo>
                  <a:lnTo>
                    <a:pt x="166382" y="163604"/>
                  </a:lnTo>
                  <a:lnTo>
                    <a:pt x="166382" y="3124"/>
                  </a:lnTo>
                  <a:lnTo>
                    <a:pt x="169862" y="0"/>
                  </a:lnTo>
                  <a:lnTo>
                    <a:pt x="197586" y="0"/>
                  </a:lnTo>
                  <a:lnTo>
                    <a:pt x="204533" y="3124"/>
                  </a:lnTo>
                  <a:lnTo>
                    <a:pt x="211429" y="6294"/>
                  </a:lnTo>
                  <a:lnTo>
                    <a:pt x="214909" y="9419"/>
                  </a:lnTo>
                  <a:lnTo>
                    <a:pt x="218376" y="15725"/>
                  </a:lnTo>
                  <a:lnTo>
                    <a:pt x="225323" y="18849"/>
                  </a:lnTo>
                  <a:lnTo>
                    <a:pt x="232270" y="22019"/>
                  </a:lnTo>
                  <a:lnTo>
                    <a:pt x="242633" y="28326"/>
                  </a:lnTo>
                  <a:lnTo>
                    <a:pt x="256527" y="31450"/>
                  </a:lnTo>
                  <a:lnTo>
                    <a:pt x="266890" y="34620"/>
                  </a:lnTo>
                  <a:lnTo>
                    <a:pt x="277317" y="37745"/>
                  </a:lnTo>
                  <a:lnTo>
                    <a:pt x="409079" y="37745"/>
                  </a:lnTo>
                  <a:lnTo>
                    <a:pt x="419442" y="34620"/>
                  </a:lnTo>
                  <a:lnTo>
                    <a:pt x="429856" y="31450"/>
                  </a:lnTo>
                  <a:lnTo>
                    <a:pt x="440232" y="28326"/>
                  </a:lnTo>
                  <a:lnTo>
                    <a:pt x="450646" y="22019"/>
                  </a:lnTo>
                  <a:lnTo>
                    <a:pt x="468007" y="18849"/>
                  </a:lnTo>
                  <a:lnTo>
                    <a:pt x="481850" y="15725"/>
                  </a:lnTo>
                  <a:lnTo>
                    <a:pt x="495744" y="12600"/>
                  </a:lnTo>
                  <a:lnTo>
                    <a:pt x="509587" y="12600"/>
                  </a:lnTo>
                  <a:lnTo>
                    <a:pt x="516534" y="9419"/>
                  </a:lnTo>
                  <a:lnTo>
                    <a:pt x="526897" y="6294"/>
                  </a:lnTo>
                  <a:lnTo>
                    <a:pt x="537311" y="3124"/>
                  </a:lnTo>
                  <a:lnTo>
                    <a:pt x="544258" y="0"/>
                  </a:lnTo>
                  <a:lnTo>
                    <a:pt x="748804" y="0"/>
                  </a:lnTo>
                  <a:lnTo>
                    <a:pt x="762647" y="3124"/>
                  </a:lnTo>
                  <a:lnTo>
                    <a:pt x="773061" y="6294"/>
                  </a:lnTo>
                  <a:lnTo>
                    <a:pt x="780008" y="9419"/>
                  </a:lnTo>
                  <a:lnTo>
                    <a:pt x="786904" y="12600"/>
                  </a:lnTo>
                  <a:lnTo>
                    <a:pt x="821575" y="12600"/>
                  </a:lnTo>
                  <a:lnTo>
                    <a:pt x="832002" y="15725"/>
                  </a:lnTo>
                  <a:lnTo>
                    <a:pt x="842365" y="18849"/>
                  </a:lnTo>
                  <a:lnTo>
                    <a:pt x="852779" y="22019"/>
                  </a:lnTo>
                  <a:lnTo>
                    <a:pt x="866673" y="25144"/>
                  </a:lnTo>
                  <a:lnTo>
                    <a:pt x="1192504" y="25144"/>
                  </a:lnTo>
                  <a:lnTo>
                    <a:pt x="1206398" y="28326"/>
                  </a:lnTo>
                  <a:lnTo>
                    <a:pt x="1223708" y="31450"/>
                  </a:lnTo>
                  <a:lnTo>
                    <a:pt x="1237602" y="34620"/>
                  </a:lnTo>
                  <a:lnTo>
                    <a:pt x="1251445" y="40927"/>
                  </a:lnTo>
                  <a:lnTo>
                    <a:pt x="1265339" y="44051"/>
                  </a:lnTo>
                  <a:lnTo>
                    <a:pt x="1275702" y="47175"/>
                  </a:lnTo>
                  <a:lnTo>
                    <a:pt x="1286116" y="50346"/>
                  </a:lnTo>
                  <a:lnTo>
                    <a:pt x="1320799" y="50346"/>
                  </a:lnTo>
                  <a:lnTo>
                    <a:pt x="1334642" y="53470"/>
                  </a:lnTo>
                  <a:lnTo>
                    <a:pt x="1348524" y="59776"/>
                  </a:lnTo>
                  <a:lnTo>
                    <a:pt x="1362367" y="66071"/>
                  </a:lnTo>
                  <a:lnTo>
                    <a:pt x="1376260" y="75501"/>
                  </a:lnTo>
                  <a:lnTo>
                    <a:pt x="1386674" y="81796"/>
                  </a:lnTo>
                  <a:lnTo>
                    <a:pt x="1397050" y="84978"/>
                  </a:lnTo>
                  <a:lnTo>
                    <a:pt x="1407464" y="91227"/>
                  </a:lnTo>
                  <a:lnTo>
                    <a:pt x="1421307" y="94397"/>
                  </a:lnTo>
                  <a:lnTo>
                    <a:pt x="1431721" y="97521"/>
                  </a:lnTo>
                  <a:lnTo>
                    <a:pt x="1442148" y="100703"/>
                  </a:lnTo>
                  <a:lnTo>
                    <a:pt x="1452511" y="100703"/>
                  </a:lnTo>
                  <a:lnTo>
                    <a:pt x="1459458" y="103828"/>
                  </a:lnTo>
                  <a:lnTo>
                    <a:pt x="1469872" y="106998"/>
                  </a:lnTo>
                  <a:lnTo>
                    <a:pt x="1480248" y="113304"/>
                  </a:lnTo>
                  <a:lnTo>
                    <a:pt x="1487182" y="119553"/>
                  </a:lnTo>
                  <a:lnTo>
                    <a:pt x="1501076" y="125859"/>
                  </a:lnTo>
                  <a:lnTo>
                    <a:pt x="1518386" y="135324"/>
                  </a:lnTo>
                  <a:lnTo>
                    <a:pt x="1532280" y="141584"/>
                  </a:lnTo>
                  <a:lnTo>
                    <a:pt x="1553070" y="151061"/>
                  </a:lnTo>
                  <a:lnTo>
                    <a:pt x="1566913" y="160480"/>
                  </a:lnTo>
                  <a:lnTo>
                    <a:pt x="1577327" y="166786"/>
                  </a:lnTo>
                  <a:lnTo>
                    <a:pt x="1591170" y="173081"/>
                  </a:lnTo>
                  <a:lnTo>
                    <a:pt x="1598117" y="179387"/>
                  </a:lnTo>
                  <a:lnTo>
                    <a:pt x="1605064" y="182511"/>
                  </a:lnTo>
                  <a:lnTo>
                    <a:pt x="1608531" y="188806"/>
                  </a:lnTo>
                  <a:lnTo>
                    <a:pt x="1608531" y="195112"/>
                  </a:lnTo>
                  <a:lnTo>
                    <a:pt x="1605064" y="198237"/>
                  </a:lnTo>
                  <a:lnTo>
                    <a:pt x="1601584" y="201407"/>
                  </a:lnTo>
                  <a:lnTo>
                    <a:pt x="1310385" y="201407"/>
                  </a:lnTo>
                  <a:lnTo>
                    <a:pt x="1296542" y="198237"/>
                  </a:lnTo>
                  <a:lnTo>
                    <a:pt x="1275702" y="195112"/>
                  </a:lnTo>
                  <a:lnTo>
                    <a:pt x="1254912" y="191930"/>
                  </a:lnTo>
                  <a:lnTo>
                    <a:pt x="1230655" y="188806"/>
                  </a:lnTo>
                  <a:lnTo>
                    <a:pt x="1057325" y="188806"/>
                  </a:lnTo>
                  <a:lnTo>
                    <a:pt x="1029588" y="191930"/>
                  </a:lnTo>
                  <a:lnTo>
                    <a:pt x="1005331" y="195112"/>
                  </a:lnTo>
                  <a:lnTo>
                    <a:pt x="981074" y="198237"/>
                  </a:lnTo>
                  <a:lnTo>
                    <a:pt x="963714" y="201407"/>
                  </a:lnTo>
                  <a:lnTo>
                    <a:pt x="929030" y="201407"/>
                  </a:lnTo>
                  <a:lnTo>
                    <a:pt x="915187" y="204531"/>
                  </a:lnTo>
                  <a:lnTo>
                    <a:pt x="901306" y="207713"/>
                  </a:lnTo>
                  <a:lnTo>
                    <a:pt x="890930" y="213962"/>
                  </a:lnTo>
                  <a:lnTo>
                    <a:pt x="887463" y="220257"/>
                  </a:lnTo>
                </a:path>
              </a:pathLst>
            </a:custGeom>
            <a:ln w="18974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533964" y="6140822"/>
              <a:ext cx="1658620" cy="638175"/>
            </a:xfrm>
            <a:custGeom>
              <a:avLst/>
              <a:gdLst/>
              <a:ahLst/>
              <a:cxnLst/>
              <a:rect l="l" t="t" r="r" b="b"/>
              <a:pathLst>
                <a:path w="1658620" h="638175">
                  <a:moveTo>
                    <a:pt x="0" y="542175"/>
                  </a:moveTo>
                  <a:lnTo>
                    <a:pt x="494995" y="542175"/>
                  </a:lnTo>
                  <a:lnTo>
                    <a:pt x="514400" y="546934"/>
                  </a:lnTo>
                  <a:lnTo>
                    <a:pt x="528929" y="551743"/>
                  </a:lnTo>
                  <a:lnTo>
                    <a:pt x="548373" y="556564"/>
                  </a:lnTo>
                  <a:lnTo>
                    <a:pt x="567778" y="561373"/>
                  </a:lnTo>
                  <a:lnTo>
                    <a:pt x="611428" y="561373"/>
                  </a:lnTo>
                  <a:lnTo>
                    <a:pt x="630872" y="566132"/>
                  </a:lnTo>
                  <a:lnTo>
                    <a:pt x="650278" y="570953"/>
                  </a:lnTo>
                  <a:lnTo>
                    <a:pt x="669671" y="580521"/>
                  </a:lnTo>
                  <a:lnTo>
                    <a:pt x="689063" y="590151"/>
                  </a:lnTo>
                  <a:lnTo>
                    <a:pt x="713333" y="599719"/>
                  </a:lnTo>
                  <a:lnTo>
                    <a:pt x="742454" y="609349"/>
                  </a:lnTo>
                  <a:lnTo>
                    <a:pt x="781291" y="614108"/>
                  </a:lnTo>
                  <a:lnTo>
                    <a:pt x="834669" y="618917"/>
                  </a:lnTo>
                  <a:lnTo>
                    <a:pt x="897775" y="618917"/>
                  </a:lnTo>
                  <a:lnTo>
                    <a:pt x="960831" y="623725"/>
                  </a:lnTo>
                  <a:lnTo>
                    <a:pt x="1019073" y="628497"/>
                  </a:lnTo>
                  <a:lnTo>
                    <a:pt x="1077315" y="633306"/>
                  </a:lnTo>
                  <a:lnTo>
                    <a:pt x="1130693" y="638114"/>
                  </a:lnTo>
                  <a:lnTo>
                    <a:pt x="1324813" y="638114"/>
                  </a:lnTo>
                  <a:lnTo>
                    <a:pt x="1344206" y="633306"/>
                  </a:lnTo>
                  <a:lnTo>
                    <a:pt x="1363662" y="628497"/>
                  </a:lnTo>
                  <a:lnTo>
                    <a:pt x="1383055" y="623725"/>
                  </a:lnTo>
                  <a:lnTo>
                    <a:pt x="1392732" y="618917"/>
                  </a:lnTo>
                  <a:lnTo>
                    <a:pt x="1426705" y="618917"/>
                  </a:lnTo>
                  <a:lnTo>
                    <a:pt x="1441297" y="614108"/>
                  </a:lnTo>
                  <a:lnTo>
                    <a:pt x="1450975" y="604527"/>
                  </a:lnTo>
                  <a:lnTo>
                    <a:pt x="1465554" y="561373"/>
                  </a:lnTo>
                  <a:lnTo>
                    <a:pt x="1470418" y="551743"/>
                  </a:lnTo>
                  <a:lnTo>
                    <a:pt x="1475232" y="537366"/>
                  </a:lnTo>
                  <a:lnTo>
                    <a:pt x="1475232" y="196700"/>
                  </a:lnTo>
                  <a:lnTo>
                    <a:pt x="1470418" y="177540"/>
                  </a:lnTo>
                  <a:lnTo>
                    <a:pt x="1465554" y="158342"/>
                  </a:lnTo>
                  <a:lnTo>
                    <a:pt x="1446110" y="129576"/>
                  </a:lnTo>
                  <a:lnTo>
                    <a:pt x="1441297" y="110378"/>
                  </a:lnTo>
                  <a:lnTo>
                    <a:pt x="1421853" y="33574"/>
                  </a:lnTo>
                  <a:lnTo>
                    <a:pt x="1417040" y="19197"/>
                  </a:lnTo>
                  <a:lnTo>
                    <a:pt x="1417040" y="0"/>
                  </a:lnTo>
                  <a:lnTo>
                    <a:pt x="1421853" y="9617"/>
                  </a:lnTo>
                  <a:lnTo>
                    <a:pt x="1426705" y="28815"/>
                  </a:lnTo>
                  <a:lnTo>
                    <a:pt x="1436433" y="57593"/>
                  </a:lnTo>
                  <a:lnTo>
                    <a:pt x="1446110" y="86359"/>
                  </a:lnTo>
                  <a:lnTo>
                    <a:pt x="1450975" y="115137"/>
                  </a:lnTo>
                  <a:lnTo>
                    <a:pt x="1455826" y="139144"/>
                  </a:lnTo>
                  <a:lnTo>
                    <a:pt x="1455826" y="340666"/>
                  </a:lnTo>
                  <a:lnTo>
                    <a:pt x="1450975" y="355042"/>
                  </a:lnTo>
                  <a:lnTo>
                    <a:pt x="1441297" y="364622"/>
                  </a:lnTo>
                  <a:lnTo>
                    <a:pt x="1431569" y="364622"/>
                  </a:lnTo>
                  <a:lnTo>
                    <a:pt x="1417040" y="355042"/>
                  </a:lnTo>
                  <a:lnTo>
                    <a:pt x="1407312" y="340666"/>
                  </a:lnTo>
                  <a:lnTo>
                    <a:pt x="1402448" y="326277"/>
                  </a:lnTo>
                  <a:lnTo>
                    <a:pt x="1392732" y="316646"/>
                  </a:lnTo>
                  <a:lnTo>
                    <a:pt x="1387919" y="307079"/>
                  </a:lnTo>
                  <a:lnTo>
                    <a:pt x="1378191" y="302257"/>
                  </a:lnTo>
                  <a:lnTo>
                    <a:pt x="1363662" y="297448"/>
                  </a:lnTo>
                  <a:lnTo>
                    <a:pt x="1353934" y="287881"/>
                  </a:lnTo>
                  <a:lnTo>
                    <a:pt x="1339354" y="283059"/>
                  </a:lnTo>
                  <a:lnTo>
                    <a:pt x="1329677" y="273492"/>
                  </a:lnTo>
                  <a:lnTo>
                    <a:pt x="1324813" y="263861"/>
                  </a:lnTo>
                  <a:lnTo>
                    <a:pt x="1315085" y="244714"/>
                  </a:lnTo>
                  <a:lnTo>
                    <a:pt x="1310233" y="239905"/>
                  </a:lnTo>
                  <a:lnTo>
                    <a:pt x="1300556" y="235096"/>
                  </a:lnTo>
                  <a:lnTo>
                    <a:pt x="1285963" y="235096"/>
                  </a:lnTo>
                  <a:lnTo>
                    <a:pt x="1276299" y="230274"/>
                  </a:lnTo>
                  <a:lnTo>
                    <a:pt x="1261706" y="225516"/>
                  </a:lnTo>
                  <a:lnTo>
                    <a:pt x="1252042" y="220707"/>
                  </a:lnTo>
                  <a:lnTo>
                    <a:pt x="1247178" y="220707"/>
                  </a:lnTo>
                  <a:lnTo>
                    <a:pt x="1247178" y="225516"/>
                  </a:lnTo>
                  <a:lnTo>
                    <a:pt x="1256842" y="230274"/>
                  </a:lnTo>
                  <a:lnTo>
                    <a:pt x="1266571" y="239905"/>
                  </a:lnTo>
                  <a:lnTo>
                    <a:pt x="1281163" y="249485"/>
                  </a:lnTo>
                  <a:lnTo>
                    <a:pt x="1300556" y="263861"/>
                  </a:lnTo>
                  <a:lnTo>
                    <a:pt x="1319949" y="278301"/>
                  </a:lnTo>
                  <a:lnTo>
                    <a:pt x="1349070" y="292690"/>
                  </a:lnTo>
                  <a:lnTo>
                    <a:pt x="1392732" y="307079"/>
                  </a:lnTo>
                  <a:lnTo>
                    <a:pt x="1431569" y="316646"/>
                  </a:lnTo>
                  <a:lnTo>
                    <a:pt x="1470418" y="326277"/>
                  </a:lnTo>
                  <a:lnTo>
                    <a:pt x="1504353" y="331035"/>
                  </a:lnTo>
                  <a:lnTo>
                    <a:pt x="1523796" y="335844"/>
                  </a:lnTo>
                  <a:lnTo>
                    <a:pt x="1543189" y="340666"/>
                  </a:lnTo>
                  <a:lnTo>
                    <a:pt x="1572310" y="345475"/>
                  </a:lnTo>
                  <a:lnTo>
                    <a:pt x="1601431" y="350233"/>
                  </a:lnTo>
                  <a:lnTo>
                    <a:pt x="1640230" y="350233"/>
                  </a:lnTo>
                  <a:lnTo>
                    <a:pt x="1658035" y="353446"/>
                  </a:lnTo>
                </a:path>
              </a:pathLst>
            </a:custGeom>
            <a:ln w="2204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1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840" y="2358720"/>
            <a:ext cx="10731500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Successfully</a:t>
            </a:r>
            <a:r>
              <a:rPr dirty="0" sz="1450" spc="8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built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a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gold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price</a:t>
            </a:r>
            <a:r>
              <a:rPr dirty="0" sz="1450" spc="8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prediction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model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achieving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an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40">
                <a:solidFill>
                  <a:srgbClr val="51586B"/>
                </a:solidFill>
                <a:latin typeface="Tahoma"/>
                <a:cs typeface="Tahoma"/>
              </a:rPr>
              <a:t>R²</a:t>
            </a:r>
            <a:r>
              <a:rPr dirty="0" sz="1450" spc="8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score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of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14" b="1">
                <a:solidFill>
                  <a:srgbClr val="51586B"/>
                </a:solidFill>
                <a:latin typeface="Tahoma"/>
                <a:cs typeface="Tahoma"/>
              </a:rPr>
              <a:t>0.9896</a:t>
            </a:r>
            <a:r>
              <a:rPr dirty="0" sz="1450" spc="-114">
                <a:solidFill>
                  <a:srgbClr val="51586B"/>
                </a:solidFill>
                <a:latin typeface="Tahoma"/>
                <a:cs typeface="Tahoma"/>
              </a:rPr>
              <a:t>,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demonstrating</a:t>
            </a:r>
            <a:r>
              <a:rPr dirty="0" sz="1450" spc="8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the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power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of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55">
                <a:solidFill>
                  <a:srgbClr val="51586B"/>
                </a:solidFill>
                <a:latin typeface="Tahoma"/>
                <a:cs typeface="Tahoma"/>
              </a:rPr>
              <a:t>Machine</a:t>
            </a:r>
            <a:r>
              <a:rPr dirty="0" sz="1450" spc="9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Learning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in</a:t>
            </a:r>
            <a:r>
              <a:rPr dirty="0" sz="1450" spc="7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financial</a:t>
            </a:r>
            <a:r>
              <a:rPr dirty="0" sz="1450" spc="7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forecasting.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7225" y="3286125"/>
            <a:ext cx="10877550" cy="19050"/>
          </a:xfrm>
          <a:custGeom>
            <a:avLst/>
            <a:gdLst/>
            <a:ahLst/>
            <a:cxnLst/>
            <a:rect l="l" t="t" r="r" b="b"/>
            <a:pathLst>
              <a:path w="10877550" h="19050">
                <a:moveTo>
                  <a:pt x="10870654" y="0"/>
                </a:moveTo>
                <a:lnTo>
                  <a:pt x="6896" y="0"/>
                </a:lnTo>
                <a:lnTo>
                  <a:pt x="4648" y="927"/>
                </a:lnTo>
                <a:lnTo>
                  <a:pt x="927" y="4648"/>
                </a:lnTo>
                <a:lnTo>
                  <a:pt x="0" y="6896"/>
                </a:lnTo>
                <a:lnTo>
                  <a:pt x="0" y="9525"/>
                </a:lnTo>
                <a:lnTo>
                  <a:pt x="0" y="12153"/>
                </a:lnTo>
                <a:lnTo>
                  <a:pt x="927" y="14401"/>
                </a:lnTo>
                <a:lnTo>
                  <a:pt x="4648" y="18122"/>
                </a:lnTo>
                <a:lnTo>
                  <a:pt x="6896" y="19050"/>
                </a:lnTo>
                <a:lnTo>
                  <a:pt x="10870654" y="19050"/>
                </a:lnTo>
                <a:lnTo>
                  <a:pt x="10872901" y="18122"/>
                </a:lnTo>
                <a:lnTo>
                  <a:pt x="10876623" y="14401"/>
                </a:lnTo>
                <a:lnTo>
                  <a:pt x="10877550" y="12153"/>
                </a:lnTo>
                <a:lnTo>
                  <a:pt x="10877550" y="6896"/>
                </a:lnTo>
                <a:lnTo>
                  <a:pt x="10876623" y="4648"/>
                </a:lnTo>
                <a:lnTo>
                  <a:pt x="10872901" y="927"/>
                </a:lnTo>
                <a:lnTo>
                  <a:pt x="10870654" y="0"/>
                </a:lnTo>
                <a:close/>
              </a:path>
            </a:pathLst>
          </a:custGeom>
          <a:solidFill>
            <a:srgbClr val="51586B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48840" y="3633279"/>
            <a:ext cx="4885055" cy="17418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450" spc="-505">
                <a:solidFill>
                  <a:srgbClr val="373B48"/>
                </a:solidFill>
                <a:latin typeface="Arial Black"/>
                <a:cs typeface="Arial Black"/>
              </a:rPr>
              <a:t>Thank</a:t>
            </a:r>
            <a:r>
              <a:rPr dirty="0" sz="7450" spc="-850">
                <a:solidFill>
                  <a:srgbClr val="373B48"/>
                </a:solidFill>
                <a:latin typeface="Arial Black"/>
                <a:cs typeface="Arial Black"/>
              </a:rPr>
              <a:t> </a:t>
            </a:r>
            <a:r>
              <a:rPr dirty="0" sz="7450" spc="-1305">
                <a:solidFill>
                  <a:srgbClr val="373B48"/>
                </a:solidFill>
                <a:latin typeface="Arial Black"/>
                <a:cs typeface="Arial Black"/>
              </a:rPr>
              <a:t>Y</a:t>
            </a:r>
            <a:r>
              <a:rPr dirty="0" sz="7450" spc="-455">
                <a:solidFill>
                  <a:srgbClr val="373B48"/>
                </a:solidFill>
                <a:latin typeface="Arial Black"/>
                <a:cs typeface="Arial Black"/>
              </a:rPr>
              <a:t>o</a:t>
            </a:r>
            <a:r>
              <a:rPr dirty="0" sz="7450" spc="-509">
                <a:solidFill>
                  <a:srgbClr val="373B48"/>
                </a:solidFill>
                <a:latin typeface="Arial Black"/>
                <a:cs typeface="Arial Black"/>
              </a:rPr>
              <a:t>u</a:t>
            </a:r>
            <a:endParaRPr sz="74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835"/>
              </a:spcBef>
            </a:pP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Questions?</a:t>
            </a:r>
            <a:r>
              <a:rPr dirty="0" sz="1450" spc="95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185" b="1">
                <a:solidFill>
                  <a:srgbClr val="51586B"/>
                </a:solidFill>
                <a:latin typeface="Tahoma"/>
                <a:cs typeface="Tahoma"/>
              </a:rPr>
              <a:t>|</a:t>
            </a:r>
            <a:r>
              <a:rPr dirty="0" sz="1450" spc="135" b="1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1586B"/>
                </a:solidFill>
                <a:latin typeface="Tahoma"/>
                <a:cs typeface="Tahoma"/>
              </a:rPr>
              <a:t>Contact:</a:t>
            </a:r>
            <a:r>
              <a:rPr dirty="0" sz="1450" spc="100">
                <a:solidFill>
                  <a:srgbClr val="51586B"/>
                </a:solidFill>
                <a:latin typeface="Tahoma"/>
                <a:cs typeface="Tahoma"/>
              </a:rPr>
              <a:t> </a:t>
            </a:r>
            <a:r>
              <a:rPr dirty="0" sz="1450" spc="-80">
                <a:solidFill>
                  <a:srgbClr val="51586B"/>
                </a:solidFill>
                <a:latin typeface="Tahoma"/>
                <a:cs typeface="Tahoma"/>
              </a:rPr>
              <a:t>+91-</a:t>
            </a:r>
            <a:r>
              <a:rPr dirty="0" sz="1450" spc="-10">
                <a:solidFill>
                  <a:srgbClr val="51586B"/>
                </a:solidFill>
                <a:latin typeface="Tahoma"/>
                <a:cs typeface="Tahoma"/>
              </a:rPr>
              <a:t>7223008945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958143" y="5744119"/>
            <a:ext cx="2345690" cy="1214755"/>
            <a:chOff x="9958143" y="5744119"/>
            <a:chExt cx="2345690" cy="1214755"/>
          </a:xfrm>
        </p:grpSpPr>
        <p:pic>
          <p:nvPicPr>
            <p:cNvPr id="7" name="object 7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331462" y="6248465"/>
              <a:ext cx="1860550" cy="550545"/>
            </a:xfrm>
            <a:custGeom>
              <a:avLst/>
              <a:gdLst/>
              <a:ahLst/>
              <a:cxnLst/>
              <a:rect l="l" t="t" r="r" b="b"/>
              <a:pathLst>
                <a:path w="1860550" h="550545">
                  <a:moveTo>
                    <a:pt x="0" y="220060"/>
                  </a:moveTo>
                  <a:lnTo>
                    <a:pt x="33248" y="233804"/>
                  </a:lnTo>
                  <a:lnTo>
                    <a:pt x="64096" y="254438"/>
                  </a:lnTo>
                  <a:lnTo>
                    <a:pt x="128193" y="288816"/>
                  </a:lnTo>
                  <a:lnTo>
                    <a:pt x="199440" y="330096"/>
                  </a:lnTo>
                  <a:lnTo>
                    <a:pt x="260007" y="367944"/>
                  </a:lnTo>
                  <a:lnTo>
                    <a:pt x="309867" y="395431"/>
                  </a:lnTo>
                  <a:lnTo>
                    <a:pt x="356196" y="422968"/>
                  </a:lnTo>
                  <a:lnTo>
                    <a:pt x="406057" y="436712"/>
                  </a:lnTo>
                  <a:lnTo>
                    <a:pt x="431012" y="440132"/>
                  </a:lnTo>
                  <a:lnTo>
                    <a:pt x="748017" y="440132"/>
                  </a:lnTo>
                  <a:lnTo>
                    <a:pt x="769391" y="436712"/>
                  </a:lnTo>
                  <a:lnTo>
                    <a:pt x="790778" y="429809"/>
                  </a:lnTo>
                  <a:lnTo>
                    <a:pt x="805014" y="422968"/>
                  </a:lnTo>
                  <a:lnTo>
                    <a:pt x="819251" y="412645"/>
                  </a:lnTo>
                  <a:lnTo>
                    <a:pt x="833488" y="405755"/>
                  </a:lnTo>
                  <a:lnTo>
                    <a:pt x="851306" y="402322"/>
                  </a:lnTo>
                  <a:lnTo>
                    <a:pt x="865543" y="398852"/>
                  </a:lnTo>
                  <a:lnTo>
                    <a:pt x="904735" y="398852"/>
                  </a:lnTo>
                  <a:lnTo>
                    <a:pt x="918972" y="395431"/>
                  </a:lnTo>
                  <a:lnTo>
                    <a:pt x="933259" y="392011"/>
                  </a:lnTo>
                  <a:lnTo>
                    <a:pt x="954582" y="388541"/>
                  </a:lnTo>
                  <a:lnTo>
                    <a:pt x="979538" y="385108"/>
                  </a:lnTo>
                  <a:lnTo>
                    <a:pt x="1008011" y="385108"/>
                  </a:lnTo>
                  <a:lnTo>
                    <a:pt x="1079258" y="378267"/>
                  </a:lnTo>
                  <a:lnTo>
                    <a:pt x="1118450" y="374797"/>
                  </a:lnTo>
                  <a:lnTo>
                    <a:pt x="1171879" y="371377"/>
                  </a:lnTo>
                  <a:lnTo>
                    <a:pt x="1232446" y="371377"/>
                  </a:lnTo>
                  <a:lnTo>
                    <a:pt x="1293025" y="367944"/>
                  </a:lnTo>
                  <a:lnTo>
                    <a:pt x="1360690" y="364474"/>
                  </a:lnTo>
                  <a:lnTo>
                    <a:pt x="1410550" y="361053"/>
                  </a:lnTo>
                  <a:lnTo>
                    <a:pt x="1449743" y="354151"/>
                  </a:lnTo>
                  <a:lnTo>
                    <a:pt x="1481785" y="350730"/>
                  </a:lnTo>
                  <a:lnTo>
                    <a:pt x="1503172" y="347310"/>
                  </a:lnTo>
                  <a:lnTo>
                    <a:pt x="1524546" y="343840"/>
                  </a:lnTo>
                  <a:lnTo>
                    <a:pt x="1602879" y="343840"/>
                  </a:lnTo>
                  <a:lnTo>
                    <a:pt x="1613598" y="340419"/>
                  </a:lnTo>
                  <a:lnTo>
                    <a:pt x="1620697" y="336986"/>
                  </a:lnTo>
                  <a:lnTo>
                    <a:pt x="1624266" y="330096"/>
                  </a:lnTo>
                  <a:lnTo>
                    <a:pt x="1620697" y="319773"/>
                  </a:lnTo>
                  <a:lnTo>
                    <a:pt x="1613598" y="312932"/>
                  </a:lnTo>
                  <a:lnTo>
                    <a:pt x="1606461" y="302609"/>
                  </a:lnTo>
                  <a:lnTo>
                    <a:pt x="1595793" y="292298"/>
                  </a:lnTo>
                  <a:lnTo>
                    <a:pt x="1585074" y="285395"/>
                  </a:lnTo>
                  <a:lnTo>
                    <a:pt x="1574406" y="278505"/>
                  </a:lnTo>
                  <a:lnTo>
                    <a:pt x="1556600" y="275084"/>
                  </a:lnTo>
                  <a:lnTo>
                    <a:pt x="1531645" y="271651"/>
                  </a:lnTo>
                  <a:lnTo>
                    <a:pt x="1503172" y="264761"/>
                  </a:lnTo>
                  <a:lnTo>
                    <a:pt x="1467548" y="257871"/>
                  </a:lnTo>
                  <a:lnTo>
                    <a:pt x="1424787" y="247597"/>
                  </a:lnTo>
                  <a:lnTo>
                    <a:pt x="1367789" y="237273"/>
                  </a:lnTo>
                  <a:lnTo>
                    <a:pt x="1300111" y="226962"/>
                  </a:lnTo>
                  <a:lnTo>
                    <a:pt x="1225308" y="216639"/>
                  </a:lnTo>
                  <a:lnTo>
                    <a:pt x="1161211" y="206316"/>
                  </a:lnTo>
                  <a:lnTo>
                    <a:pt x="1118450" y="199426"/>
                  </a:lnTo>
                  <a:lnTo>
                    <a:pt x="1086396" y="196005"/>
                  </a:lnTo>
                  <a:lnTo>
                    <a:pt x="1065022" y="192535"/>
                  </a:lnTo>
                  <a:lnTo>
                    <a:pt x="915441" y="192535"/>
                  </a:lnTo>
                  <a:lnTo>
                    <a:pt x="894067" y="196005"/>
                  </a:lnTo>
                  <a:lnTo>
                    <a:pt x="872680" y="199426"/>
                  </a:lnTo>
                  <a:lnTo>
                    <a:pt x="815682" y="213170"/>
                  </a:lnTo>
                  <a:lnTo>
                    <a:pt x="748017" y="226962"/>
                  </a:lnTo>
                  <a:lnTo>
                    <a:pt x="715962" y="230383"/>
                  </a:lnTo>
                  <a:lnTo>
                    <a:pt x="687438" y="233804"/>
                  </a:lnTo>
                  <a:lnTo>
                    <a:pt x="666064" y="237273"/>
                  </a:lnTo>
                  <a:lnTo>
                    <a:pt x="644728" y="240694"/>
                  </a:lnTo>
                  <a:lnTo>
                    <a:pt x="630440" y="247597"/>
                  </a:lnTo>
                  <a:lnTo>
                    <a:pt x="612635" y="257871"/>
                  </a:lnTo>
                  <a:lnTo>
                    <a:pt x="577011" y="271651"/>
                  </a:lnTo>
                  <a:lnTo>
                    <a:pt x="552107" y="275084"/>
                  </a:lnTo>
                  <a:lnTo>
                    <a:pt x="530720" y="275084"/>
                  </a:lnTo>
                  <a:lnTo>
                    <a:pt x="509346" y="278505"/>
                  </a:lnTo>
                  <a:lnTo>
                    <a:pt x="487959" y="281974"/>
                  </a:lnTo>
                  <a:lnTo>
                    <a:pt x="452348" y="288816"/>
                  </a:lnTo>
                  <a:lnTo>
                    <a:pt x="281393" y="288816"/>
                  </a:lnTo>
                  <a:lnTo>
                    <a:pt x="267157" y="285395"/>
                  </a:lnTo>
                  <a:lnTo>
                    <a:pt x="260007" y="281974"/>
                  </a:lnTo>
                  <a:lnTo>
                    <a:pt x="256438" y="278505"/>
                  </a:lnTo>
                  <a:lnTo>
                    <a:pt x="252907" y="275084"/>
                  </a:lnTo>
                  <a:lnTo>
                    <a:pt x="249339" y="271651"/>
                  </a:lnTo>
                  <a:lnTo>
                    <a:pt x="245770" y="261340"/>
                  </a:lnTo>
                  <a:lnTo>
                    <a:pt x="242201" y="244127"/>
                  </a:lnTo>
                  <a:lnTo>
                    <a:pt x="242201" y="168468"/>
                  </a:lnTo>
                  <a:lnTo>
                    <a:pt x="245770" y="158145"/>
                  </a:lnTo>
                  <a:lnTo>
                    <a:pt x="249339" y="154725"/>
                  </a:lnTo>
                  <a:lnTo>
                    <a:pt x="256438" y="151304"/>
                  </a:lnTo>
                  <a:lnTo>
                    <a:pt x="427443" y="151304"/>
                  </a:lnTo>
                  <a:lnTo>
                    <a:pt x="438111" y="154725"/>
                  </a:lnTo>
                  <a:lnTo>
                    <a:pt x="448817" y="158145"/>
                  </a:lnTo>
                  <a:lnTo>
                    <a:pt x="463054" y="161627"/>
                  </a:lnTo>
                  <a:lnTo>
                    <a:pt x="477291" y="165048"/>
                  </a:lnTo>
                  <a:lnTo>
                    <a:pt x="616203" y="165048"/>
                  </a:lnTo>
                  <a:lnTo>
                    <a:pt x="651827" y="161627"/>
                  </a:lnTo>
                  <a:lnTo>
                    <a:pt x="676770" y="158145"/>
                  </a:lnTo>
                  <a:lnTo>
                    <a:pt x="701675" y="154725"/>
                  </a:lnTo>
                  <a:lnTo>
                    <a:pt x="730211" y="151304"/>
                  </a:lnTo>
                  <a:lnTo>
                    <a:pt x="812114" y="151304"/>
                  </a:lnTo>
                  <a:lnTo>
                    <a:pt x="826401" y="147834"/>
                  </a:lnTo>
                  <a:lnTo>
                    <a:pt x="854875" y="140981"/>
                  </a:lnTo>
                  <a:lnTo>
                    <a:pt x="869111" y="137511"/>
                  </a:lnTo>
                  <a:lnTo>
                    <a:pt x="883348" y="134091"/>
                  </a:lnTo>
                  <a:lnTo>
                    <a:pt x="897635" y="130670"/>
                  </a:lnTo>
                  <a:lnTo>
                    <a:pt x="911872" y="123767"/>
                  </a:lnTo>
                  <a:lnTo>
                    <a:pt x="929690" y="116926"/>
                  </a:lnTo>
                  <a:lnTo>
                    <a:pt x="951064" y="113456"/>
                  </a:lnTo>
                  <a:lnTo>
                    <a:pt x="968870" y="110024"/>
                  </a:lnTo>
                  <a:lnTo>
                    <a:pt x="1577975" y="110024"/>
                  </a:lnTo>
                  <a:lnTo>
                    <a:pt x="1585074" y="116926"/>
                  </a:lnTo>
                  <a:lnTo>
                    <a:pt x="1595793" y="123767"/>
                  </a:lnTo>
                  <a:lnTo>
                    <a:pt x="1602879" y="134091"/>
                  </a:lnTo>
                  <a:lnTo>
                    <a:pt x="1606461" y="147834"/>
                  </a:lnTo>
                  <a:lnTo>
                    <a:pt x="1610029" y="154725"/>
                  </a:lnTo>
                  <a:lnTo>
                    <a:pt x="1610029" y="178792"/>
                  </a:lnTo>
                  <a:lnTo>
                    <a:pt x="1606461" y="192535"/>
                  </a:lnTo>
                  <a:lnTo>
                    <a:pt x="1599310" y="206316"/>
                  </a:lnTo>
                  <a:lnTo>
                    <a:pt x="1592211" y="220060"/>
                  </a:lnTo>
                  <a:lnTo>
                    <a:pt x="1581505" y="230383"/>
                  </a:lnTo>
                  <a:lnTo>
                    <a:pt x="1574406" y="240694"/>
                  </a:lnTo>
                  <a:lnTo>
                    <a:pt x="1556600" y="254438"/>
                  </a:lnTo>
                  <a:lnTo>
                    <a:pt x="1520977" y="264761"/>
                  </a:lnTo>
                  <a:lnTo>
                    <a:pt x="1481785" y="271651"/>
                  </a:lnTo>
                  <a:lnTo>
                    <a:pt x="1421218" y="275084"/>
                  </a:lnTo>
                  <a:lnTo>
                    <a:pt x="1000925" y="275084"/>
                  </a:lnTo>
                  <a:lnTo>
                    <a:pt x="975969" y="285395"/>
                  </a:lnTo>
                  <a:lnTo>
                    <a:pt x="947496" y="299139"/>
                  </a:lnTo>
                  <a:lnTo>
                    <a:pt x="904735" y="312932"/>
                  </a:lnTo>
                  <a:lnTo>
                    <a:pt x="858443" y="326676"/>
                  </a:lnTo>
                  <a:lnTo>
                    <a:pt x="822820" y="330096"/>
                  </a:lnTo>
                  <a:lnTo>
                    <a:pt x="794296" y="333517"/>
                  </a:lnTo>
                  <a:lnTo>
                    <a:pt x="780059" y="336986"/>
                  </a:lnTo>
                  <a:lnTo>
                    <a:pt x="758685" y="343840"/>
                  </a:lnTo>
                  <a:lnTo>
                    <a:pt x="726630" y="350730"/>
                  </a:lnTo>
                  <a:lnTo>
                    <a:pt x="698157" y="357633"/>
                  </a:lnTo>
                  <a:lnTo>
                    <a:pt x="666064" y="364474"/>
                  </a:lnTo>
                  <a:lnTo>
                    <a:pt x="644728" y="367944"/>
                  </a:lnTo>
                  <a:lnTo>
                    <a:pt x="637590" y="367944"/>
                  </a:lnTo>
                  <a:lnTo>
                    <a:pt x="630440" y="361053"/>
                  </a:lnTo>
                  <a:lnTo>
                    <a:pt x="626922" y="350730"/>
                  </a:lnTo>
                  <a:lnTo>
                    <a:pt x="626922" y="340419"/>
                  </a:lnTo>
                  <a:lnTo>
                    <a:pt x="630440" y="333517"/>
                  </a:lnTo>
                  <a:lnTo>
                    <a:pt x="644728" y="326676"/>
                  </a:lnTo>
                  <a:lnTo>
                    <a:pt x="655396" y="323206"/>
                  </a:lnTo>
                  <a:lnTo>
                    <a:pt x="669632" y="316352"/>
                  </a:lnTo>
                  <a:lnTo>
                    <a:pt x="683869" y="309462"/>
                  </a:lnTo>
                  <a:lnTo>
                    <a:pt x="698157" y="302609"/>
                  </a:lnTo>
                  <a:lnTo>
                    <a:pt x="715962" y="292298"/>
                  </a:lnTo>
                  <a:lnTo>
                    <a:pt x="726630" y="285395"/>
                  </a:lnTo>
                  <a:lnTo>
                    <a:pt x="748017" y="264761"/>
                  </a:lnTo>
                  <a:lnTo>
                    <a:pt x="780059" y="233804"/>
                  </a:lnTo>
                  <a:lnTo>
                    <a:pt x="819251" y="199426"/>
                  </a:lnTo>
                  <a:lnTo>
                    <a:pt x="883348" y="147834"/>
                  </a:lnTo>
                  <a:lnTo>
                    <a:pt x="951064" y="103133"/>
                  </a:lnTo>
                  <a:lnTo>
                    <a:pt x="1018730" y="65335"/>
                  </a:lnTo>
                  <a:lnTo>
                    <a:pt x="1089977" y="34377"/>
                  </a:lnTo>
                  <a:lnTo>
                    <a:pt x="1146975" y="17164"/>
                  </a:lnTo>
                  <a:lnTo>
                    <a:pt x="1186116" y="6841"/>
                  </a:lnTo>
                  <a:lnTo>
                    <a:pt x="1221790" y="3420"/>
                  </a:lnTo>
                  <a:lnTo>
                    <a:pt x="1243114" y="0"/>
                  </a:lnTo>
                  <a:lnTo>
                    <a:pt x="1303693" y="0"/>
                  </a:lnTo>
                  <a:lnTo>
                    <a:pt x="1314361" y="6841"/>
                  </a:lnTo>
                  <a:lnTo>
                    <a:pt x="1310830" y="20634"/>
                  </a:lnTo>
                  <a:lnTo>
                    <a:pt x="1293025" y="41268"/>
                  </a:lnTo>
                  <a:lnTo>
                    <a:pt x="1239596" y="89389"/>
                  </a:lnTo>
                  <a:lnTo>
                    <a:pt x="1146975" y="165048"/>
                  </a:lnTo>
                  <a:lnTo>
                    <a:pt x="1040117" y="254438"/>
                  </a:lnTo>
                  <a:lnTo>
                    <a:pt x="918972" y="354151"/>
                  </a:lnTo>
                  <a:lnTo>
                    <a:pt x="794296" y="433279"/>
                  </a:lnTo>
                  <a:lnTo>
                    <a:pt x="701675" y="484834"/>
                  </a:lnTo>
                  <a:lnTo>
                    <a:pt x="623341" y="519211"/>
                  </a:lnTo>
                  <a:lnTo>
                    <a:pt x="555675" y="536425"/>
                  </a:lnTo>
                  <a:lnTo>
                    <a:pt x="512914" y="546736"/>
                  </a:lnTo>
                  <a:lnTo>
                    <a:pt x="473722" y="550169"/>
                  </a:lnTo>
                  <a:lnTo>
                    <a:pt x="441680" y="550169"/>
                  </a:lnTo>
                  <a:lnTo>
                    <a:pt x="423862" y="546736"/>
                  </a:lnTo>
                  <a:lnTo>
                    <a:pt x="409625" y="543315"/>
                  </a:lnTo>
                  <a:lnTo>
                    <a:pt x="395389" y="539846"/>
                  </a:lnTo>
                  <a:lnTo>
                    <a:pt x="384670" y="533004"/>
                  </a:lnTo>
                  <a:lnTo>
                    <a:pt x="370433" y="529522"/>
                  </a:lnTo>
                  <a:lnTo>
                    <a:pt x="352628" y="519211"/>
                  </a:lnTo>
                  <a:lnTo>
                    <a:pt x="334822" y="508937"/>
                  </a:lnTo>
                  <a:lnTo>
                    <a:pt x="306336" y="495144"/>
                  </a:lnTo>
                  <a:lnTo>
                    <a:pt x="281393" y="477980"/>
                  </a:lnTo>
                  <a:lnTo>
                    <a:pt x="263575" y="464187"/>
                  </a:lnTo>
                  <a:lnTo>
                    <a:pt x="249339" y="450443"/>
                  </a:lnTo>
                  <a:lnTo>
                    <a:pt x="242201" y="440132"/>
                  </a:lnTo>
                  <a:lnTo>
                    <a:pt x="227964" y="426389"/>
                  </a:lnTo>
                  <a:lnTo>
                    <a:pt x="213728" y="409175"/>
                  </a:lnTo>
                  <a:lnTo>
                    <a:pt x="195910" y="385108"/>
                  </a:lnTo>
                  <a:lnTo>
                    <a:pt x="174536" y="361053"/>
                  </a:lnTo>
                  <a:lnTo>
                    <a:pt x="160286" y="340419"/>
                  </a:lnTo>
                  <a:lnTo>
                    <a:pt x="149580" y="319773"/>
                  </a:lnTo>
                  <a:lnTo>
                    <a:pt x="138912" y="302609"/>
                  </a:lnTo>
                  <a:lnTo>
                    <a:pt x="131762" y="288816"/>
                  </a:lnTo>
                  <a:lnTo>
                    <a:pt x="124675" y="275084"/>
                  </a:lnTo>
                  <a:lnTo>
                    <a:pt x="117525" y="264761"/>
                  </a:lnTo>
                  <a:lnTo>
                    <a:pt x="110388" y="251017"/>
                  </a:lnTo>
                  <a:lnTo>
                    <a:pt x="106857" y="237273"/>
                  </a:lnTo>
                  <a:lnTo>
                    <a:pt x="103289" y="223480"/>
                  </a:lnTo>
                  <a:lnTo>
                    <a:pt x="99720" y="209749"/>
                  </a:lnTo>
                  <a:lnTo>
                    <a:pt x="103289" y="202846"/>
                  </a:lnTo>
                  <a:lnTo>
                    <a:pt x="110388" y="196005"/>
                  </a:lnTo>
                  <a:lnTo>
                    <a:pt x="117525" y="189103"/>
                  </a:lnTo>
                  <a:lnTo>
                    <a:pt x="128193" y="185682"/>
                  </a:lnTo>
                  <a:lnTo>
                    <a:pt x="142481" y="178792"/>
                  </a:lnTo>
                  <a:lnTo>
                    <a:pt x="163817" y="171938"/>
                  </a:lnTo>
                  <a:lnTo>
                    <a:pt x="195910" y="165048"/>
                  </a:lnTo>
                  <a:lnTo>
                    <a:pt x="249339" y="151304"/>
                  </a:lnTo>
                  <a:lnTo>
                    <a:pt x="306336" y="140981"/>
                  </a:lnTo>
                  <a:lnTo>
                    <a:pt x="363296" y="127188"/>
                  </a:lnTo>
                  <a:lnTo>
                    <a:pt x="420293" y="116926"/>
                  </a:lnTo>
                  <a:lnTo>
                    <a:pt x="455917" y="113456"/>
                  </a:lnTo>
                  <a:lnTo>
                    <a:pt x="484441" y="110024"/>
                  </a:lnTo>
                  <a:lnTo>
                    <a:pt x="701675" y="110024"/>
                  </a:lnTo>
                  <a:lnTo>
                    <a:pt x="723061" y="113456"/>
                  </a:lnTo>
                  <a:lnTo>
                    <a:pt x="755154" y="127188"/>
                  </a:lnTo>
                  <a:lnTo>
                    <a:pt x="801446" y="144414"/>
                  </a:lnTo>
                  <a:lnTo>
                    <a:pt x="854875" y="161627"/>
                  </a:lnTo>
                  <a:lnTo>
                    <a:pt x="897635" y="178792"/>
                  </a:lnTo>
                  <a:lnTo>
                    <a:pt x="929690" y="189103"/>
                  </a:lnTo>
                  <a:lnTo>
                    <a:pt x="947496" y="196005"/>
                  </a:lnTo>
                  <a:lnTo>
                    <a:pt x="958164" y="206316"/>
                  </a:lnTo>
                  <a:lnTo>
                    <a:pt x="972400" y="213170"/>
                  </a:lnTo>
                  <a:lnTo>
                    <a:pt x="986688" y="216639"/>
                  </a:lnTo>
                  <a:lnTo>
                    <a:pt x="1004493" y="220060"/>
                  </a:lnTo>
                  <a:lnTo>
                    <a:pt x="1025829" y="223480"/>
                  </a:lnTo>
                  <a:lnTo>
                    <a:pt x="1054353" y="230383"/>
                  </a:lnTo>
                  <a:lnTo>
                    <a:pt x="1082827" y="237273"/>
                  </a:lnTo>
                  <a:lnTo>
                    <a:pt x="1114882" y="247597"/>
                  </a:lnTo>
                  <a:lnTo>
                    <a:pt x="1157643" y="254438"/>
                  </a:lnTo>
                  <a:lnTo>
                    <a:pt x="1200403" y="261340"/>
                  </a:lnTo>
                  <a:lnTo>
                    <a:pt x="1246682" y="268182"/>
                  </a:lnTo>
                  <a:lnTo>
                    <a:pt x="1300111" y="275084"/>
                  </a:lnTo>
                  <a:lnTo>
                    <a:pt x="1357122" y="281974"/>
                  </a:lnTo>
                  <a:lnTo>
                    <a:pt x="1403400" y="288816"/>
                  </a:lnTo>
                  <a:lnTo>
                    <a:pt x="1449743" y="295718"/>
                  </a:lnTo>
                  <a:lnTo>
                    <a:pt x="1481785" y="299139"/>
                  </a:lnTo>
                  <a:lnTo>
                    <a:pt x="1499603" y="302609"/>
                  </a:lnTo>
                  <a:lnTo>
                    <a:pt x="1510258" y="306041"/>
                  </a:lnTo>
                  <a:lnTo>
                    <a:pt x="1499603" y="309462"/>
                  </a:lnTo>
                  <a:lnTo>
                    <a:pt x="1460411" y="316352"/>
                  </a:lnTo>
                  <a:lnTo>
                    <a:pt x="1382077" y="326676"/>
                  </a:lnTo>
                  <a:lnTo>
                    <a:pt x="1296542" y="333517"/>
                  </a:lnTo>
                  <a:lnTo>
                    <a:pt x="1221790" y="340419"/>
                  </a:lnTo>
                  <a:lnTo>
                    <a:pt x="1164780" y="343840"/>
                  </a:lnTo>
                  <a:lnTo>
                    <a:pt x="1050785" y="343840"/>
                  </a:lnTo>
                  <a:lnTo>
                    <a:pt x="1154061" y="343840"/>
                  </a:lnTo>
                  <a:lnTo>
                    <a:pt x="1296542" y="354151"/>
                  </a:lnTo>
                  <a:lnTo>
                    <a:pt x="1492453" y="367944"/>
                  </a:lnTo>
                  <a:lnTo>
                    <a:pt x="1695500" y="388541"/>
                  </a:lnTo>
                  <a:lnTo>
                    <a:pt x="1855787" y="409175"/>
                  </a:lnTo>
                  <a:lnTo>
                    <a:pt x="1860537" y="409788"/>
                  </a:lnTo>
                </a:path>
              </a:pathLst>
            </a:custGeom>
            <a:ln w="2075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069233" y="5855681"/>
              <a:ext cx="2122805" cy="991869"/>
            </a:xfrm>
            <a:custGeom>
              <a:avLst/>
              <a:gdLst/>
              <a:ahLst/>
              <a:cxnLst/>
              <a:rect l="l" t="t" r="r" b="b"/>
              <a:pathLst>
                <a:path w="2122804" h="991870">
                  <a:moveTo>
                    <a:pt x="233654" y="275771"/>
                  </a:moveTo>
                  <a:lnTo>
                    <a:pt x="233654" y="754755"/>
                  </a:lnTo>
                  <a:lnTo>
                    <a:pt x="238518" y="764423"/>
                  </a:lnTo>
                  <a:lnTo>
                    <a:pt x="243433" y="774103"/>
                  </a:lnTo>
                  <a:lnTo>
                    <a:pt x="258013" y="803119"/>
                  </a:lnTo>
                  <a:lnTo>
                    <a:pt x="262877" y="817608"/>
                  </a:lnTo>
                  <a:lnTo>
                    <a:pt x="272605" y="832148"/>
                  </a:lnTo>
                  <a:lnTo>
                    <a:pt x="287235" y="841816"/>
                  </a:lnTo>
                  <a:lnTo>
                    <a:pt x="306679" y="861164"/>
                  </a:lnTo>
                  <a:lnTo>
                    <a:pt x="311543" y="866023"/>
                  </a:lnTo>
                  <a:lnTo>
                    <a:pt x="316458" y="875703"/>
                  </a:lnTo>
                  <a:lnTo>
                    <a:pt x="321322" y="890192"/>
                  </a:lnTo>
                  <a:lnTo>
                    <a:pt x="331038" y="899860"/>
                  </a:lnTo>
                  <a:lnTo>
                    <a:pt x="345630" y="909541"/>
                  </a:lnTo>
                  <a:lnTo>
                    <a:pt x="360260" y="919208"/>
                  </a:lnTo>
                  <a:lnTo>
                    <a:pt x="379704" y="924067"/>
                  </a:lnTo>
                  <a:lnTo>
                    <a:pt x="394347" y="928939"/>
                  </a:lnTo>
                  <a:lnTo>
                    <a:pt x="418655" y="933748"/>
                  </a:lnTo>
                  <a:lnTo>
                    <a:pt x="447878" y="933748"/>
                  </a:lnTo>
                  <a:lnTo>
                    <a:pt x="481952" y="943416"/>
                  </a:lnTo>
                  <a:lnTo>
                    <a:pt x="520903" y="953096"/>
                  </a:lnTo>
                  <a:lnTo>
                    <a:pt x="550113" y="962764"/>
                  </a:lnTo>
                  <a:lnTo>
                    <a:pt x="574471" y="972444"/>
                  </a:lnTo>
                  <a:lnTo>
                    <a:pt x="1027214" y="972444"/>
                  </a:lnTo>
                  <a:lnTo>
                    <a:pt x="1041793" y="967623"/>
                  </a:lnTo>
                  <a:lnTo>
                    <a:pt x="1061288" y="962764"/>
                  </a:lnTo>
                  <a:lnTo>
                    <a:pt x="1080795" y="957955"/>
                  </a:lnTo>
                  <a:lnTo>
                    <a:pt x="1100239" y="953096"/>
                  </a:lnTo>
                  <a:lnTo>
                    <a:pt x="1207338" y="953096"/>
                  </a:lnTo>
                  <a:lnTo>
                    <a:pt x="1226845" y="948287"/>
                  </a:lnTo>
                  <a:lnTo>
                    <a:pt x="1251153" y="943416"/>
                  </a:lnTo>
                  <a:lnTo>
                    <a:pt x="1275511" y="938607"/>
                  </a:lnTo>
                  <a:lnTo>
                    <a:pt x="1299870" y="933748"/>
                  </a:lnTo>
                  <a:lnTo>
                    <a:pt x="1518945" y="933748"/>
                  </a:lnTo>
                  <a:lnTo>
                    <a:pt x="1557883" y="928939"/>
                  </a:lnTo>
                  <a:lnTo>
                    <a:pt x="1635772" y="919208"/>
                  </a:lnTo>
                  <a:lnTo>
                    <a:pt x="1669846" y="914400"/>
                  </a:lnTo>
                  <a:lnTo>
                    <a:pt x="1781822" y="914400"/>
                  </a:lnTo>
                  <a:lnTo>
                    <a:pt x="1811045" y="909541"/>
                  </a:lnTo>
                  <a:lnTo>
                    <a:pt x="1830489" y="904719"/>
                  </a:lnTo>
                  <a:lnTo>
                    <a:pt x="1854847" y="899860"/>
                  </a:lnTo>
                  <a:lnTo>
                    <a:pt x="1879155" y="895051"/>
                  </a:lnTo>
                  <a:lnTo>
                    <a:pt x="2025205" y="895051"/>
                  </a:lnTo>
                  <a:lnTo>
                    <a:pt x="2034971" y="890192"/>
                  </a:lnTo>
                  <a:lnTo>
                    <a:pt x="2044700" y="870844"/>
                  </a:lnTo>
                  <a:lnTo>
                    <a:pt x="2044700" y="701519"/>
                  </a:lnTo>
                  <a:lnTo>
                    <a:pt x="2039835" y="657964"/>
                  </a:lnTo>
                  <a:lnTo>
                    <a:pt x="2034971" y="619267"/>
                  </a:lnTo>
                  <a:lnTo>
                    <a:pt x="2030120" y="585392"/>
                  </a:lnTo>
                  <a:lnTo>
                    <a:pt x="2025205" y="556364"/>
                  </a:lnTo>
                  <a:lnTo>
                    <a:pt x="2025205" y="440287"/>
                  </a:lnTo>
                  <a:lnTo>
                    <a:pt x="2020341" y="425748"/>
                  </a:lnTo>
                  <a:lnTo>
                    <a:pt x="2010613" y="416067"/>
                  </a:lnTo>
                  <a:lnTo>
                    <a:pt x="1991118" y="411208"/>
                  </a:lnTo>
                  <a:lnTo>
                    <a:pt x="1421561" y="411208"/>
                  </a:lnTo>
                  <a:lnTo>
                    <a:pt x="1382610" y="406400"/>
                  </a:lnTo>
                  <a:lnTo>
                    <a:pt x="1358252" y="401540"/>
                  </a:lnTo>
                  <a:lnTo>
                    <a:pt x="1333893" y="396719"/>
                  </a:lnTo>
                  <a:lnTo>
                    <a:pt x="1309585" y="391860"/>
                  </a:lnTo>
                  <a:lnTo>
                    <a:pt x="1090510" y="391860"/>
                  </a:lnTo>
                  <a:lnTo>
                    <a:pt x="1046708" y="396719"/>
                  </a:lnTo>
                  <a:lnTo>
                    <a:pt x="1002855" y="401540"/>
                  </a:lnTo>
                  <a:lnTo>
                    <a:pt x="963904" y="406400"/>
                  </a:lnTo>
                  <a:lnTo>
                    <a:pt x="939596" y="411208"/>
                  </a:lnTo>
                  <a:lnTo>
                    <a:pt x="920102" y="411208"/>
                  </a:lnTo>
                  <a:lnTo>
                    <a:pt x="920102" y="406400"/>
                  </a:lnTo>
                  <a:lnTo>
                    <a:pt x="924966" y="401540"/>
                  </a:lnTo>
                  <a:lnTo>
                    <a:pt x="939596" y="396719"/>
                  </a:lnTo>
                  <a:lnTo>
                    <a:pt x="963904" y="391860"/>
                  </a:lnTo>
                  <a:lnTo>
                    <a:pt x="1022350" y="391860"/>
                  </a:lnTo>
                  <a:lnTo>
                    <a:pt x="1046708" y="387051"/>
                  </a:lnTo>
                  <a:lnTo>
                    <a:pt x="1085646" y="377371"/>
                  </a:lnTo>
                  <a:lnTo>
                    <a:pt x="1139177" y="362844"/>
                  </a:lnTo>
                  <a:lnTo>
                    <a:pt x="1202486" y="343496"/>
                  </a:lnTo>
                  <a:lnTo>
                    <a:pt x="1265783" y="329007"/>
                  </a:lnTo>
                  <a:lnTo>
                    <a:pt x="1324178" y="319339"/>
                  </a:lnTo>
                  <a:lnTo>
                    <a:pt x="1372895" y="314467"/>
                  </a:lnTo>
                  <a:lnTo>
                    <a:pt x="1548104" y="314467"/>
                  </a:lnTo>
                  <a:lnTo>
                    <a:pt x="1587055" y="309608"/>
                  </a:lnTo>
                  <a:lnTo>
                    <a:pt x="1616278" y="304800"/>
                  </a:lnTo>
                  <a:lnTo>
                    <a:pt x="1650352" y="299940"/>
                  </a:lnTo>
                  <a:lnTo>
                    <a:pt x="1679575" y="295119"/>
                  </a:lnTo>
                  <a:lnTo>
                    <a:pt x="1806130" y="295119"/>
                  </a:lnTo>
                  <a:lnTo>
                    <a:pt x="1815896" y="299940"/>
                  </a:lnTo>
                  <a:lnTo>
                    <a:pt x="1830489" y="319339"/>
                  </a:lnTo>
                  <a:lnTo>
                    <a:pt x="1845068" y="353164"/>
                  </a:lnTo>
                  <a:lnTo>
                    <a:pt x="1859711" y="411208"/>
                  </a:lnTo>
                  <a:lnTo>
                    <a:pt x="1879155" y="478971"/>
                  </a:lnTo>
                  <a:lnTo>
                    <a:pt x="1893785" y="541887"/>
                  </a:lnTo>
                  <a:lnTo>
                    <a:pt x="1908378" y="595060"/>
                  </a:lnTo>
                  <a:lnTo>
                    <a:pt x="1923008" y="628948"/>
                  </a:lnTo>
                  <a:lnTo>
                    <a:pt x="1932736" y="657964"/>
                  </a:lnTo>
                  <a:lnTo>
                    <a:pt x="1942452" y="682171"/>
                  </a:lnTo>
                  <a:lnTo>
                    <a:pt x="1947316" y="706340"/>
                  </a:lnTo>
                  <a:lnTo>
                    <a:pt x="1947316" y="793451"/>
                  </a:lnTo>
                  <a:lnTo>
                    <a:pt x="1952180" y="803119"/>
                  </a:lnTo>
                  <a:lnTo>
                    <a:pt x="1957095" y="817608"/>
                  </a:lnTo>
                  <a:lnTo>
                    <a:pt x="1957095" y="822467"/>
                  </a:lnTo>
                  <a:lnTo>
                    <a:pt x="1957095" y="817608"/>
                  </a:lnTo>
                  <a:lnTo>
                    <a:pt x="1942452" y="807941"/>
                  </a:lnTo>
                  <a:lnTo>
                    <a:pt x="1918093" y="788592"/>
                  </a:lnTo>
                  <a:lnTo>
                    <a:pt x="1893785" y="764423"/>
                  </a:lnTo>
                  <a:lnTo>
                    <a:pt x="1859711" y="740216"/>
                  </a:lnTo>
                  <a:lnTo>
                    <a:pt x="1830489" y="716008"/>
                  </a:lnTo>
                  <a:lnTo>
                    <a:pt x="1806130" y="691851"/>
                  </a:lnTo>
                  <a:lnTo>
                    <a:pt x="1781822" y="672503"/>
                  </a:lnTo>
                  <a:lnTo>
                    <a:pt x="1757464" y="653155"/>
                  </a:lnTo>
                  <a:lnTo>
                    <a:pt x="1738020" y="638616"/>
                  </a:lnTo>
                  <a:lnTo>
                    <a:pt x="1713661" y="624139"/>
                  </a:lnTo>
                  <a:lnTo>
                    <a:pt x="1694154" y="609600"/>
                  </a:lnTo>
                  <a:lnTo>
                    <a:pt x="1674710" y="595060"/>
                  </a:lnTo>
                  <a:lnTo>
                    <a:pt x="1655216" y="575712"/>
                  </a:lnTo>
                  <a:lnTo>
                    <a:pt x="1645488" y="561223"/>
                  </a:lnTo>
                  <a:lnTo>
                    <a:pt x="1630908" y="551555"/>
                  </a:lnTo>
                  <a:lnTo>
                    <a:pt x="1625993" y="541887"/>
                  </a:lnTo>
                  <a:lnTo>
                    <a:pt x="1616278" y="537016"/>
                  </a:lnTo>
                  <a:lnTo>
                    <a:pt x="1601685" y="532207"/>
                  </a:lnTo>
                  <a:lnTo>
                    <a:pt x="1587055" y="527348"/>
                  </a:lnTo>
                  <a:lnTo>
                    <a:pt x="1572463" y="532207"/>
                  </a:lnTo>
                  <a:lnTo>
                    <a:pt x="1562747" y="537016"/>
                  </a:lnTo>
                  <a:lnTo>
                    <a:pt x="1557883" y="546696"/>
                  </a:lnTo>
                  <a:lnTo>
                    <a:pt x="1562747" y="561223"/>
                  </a:lnTo>
                  <a:lnTo>
                    <a:pt x="1587055" y="604740"/>
                  </a:lnTo>
                  <a:lnTo>
                    <a:pt x="1611414" y="619267"/>
                  </a:lnTo>
                  <a:lnTo>
                    <a:pt x="1625993" y="638616"/>
                  </a:lnTo>
                  <a:lnTo>
                    <a:pt x="1645488" y="657964"/>
                  </a:lnTo>
                  <a:lnTo>
                    <a:pt x="1660080" y="686992"/>
                  </a:lnTo>
                  <a:lnTo>
                    <a:pt x="1679575" y="716008"/>
                  </a:lnTo>
                  <a:lnTo>
                    <a:pt x="1694154" y="735407"/>
                  </a:lnTo>
                  <a:lnTo>
                    <a:pt x="1703933" y="749896"/>
                  </a:lnTo>
                  <a:lnTo>
                    <a:pt x="1718513" y="754755"/>
                  </a:lnTo>
                  <a:lnTo>
                    <a:pt x="1723377" y="764423"/>
                  </a:lnTo>
                  <a:lnTo>
                    <a:pt x="1733105" y="769244"/>
                  </a:lnTo>
                  <a:lnTo>
                    <a:pt x="1738020" y="774103"/>
                  </a:lnTo>
                  <a:lnTo>
                    <a:pt x="1733105" y="778912"/>
                  </a:lnTo>
                  <a:lnTo>
                    <a:pt x="1708797" y="778912"/>
                  </a:lnTo>
                  <a:lnTo>
                    <a:pt x="1660080" y="774103"/>
                  </a:lnTo>
                  <a:lnTo>
                    <a:pt x="1596821" y="759564"/>
                  </a:lnTo>
                  <a:lnTo>
                    <a:pt x="1523796" y="745087"/>
                  </a:lnTo>
                  <a:lnTo>
                    <a:pt x="1465364" y="725739"/>
                  </a:lnTo>
                  <a:lnTo>
                    <a:pt x="1416697" y="706340"/>
                  </a:lnTo>
                  <a:lnTo>
                    <a:pt x="1382610" y="696660"/>
                  </a:lnTo>
                  <a:lnTo>
                    <a:pt x="1363116" y="682171"/>
                  </a:lnTo>
                  <a:lnTo>
                    <a:pt x="1343672" y="672503"/>
                  </a:lnTo>
                  <a:lnTo>
                    <a:pt x="1333893" y="662823"/>
                  </a:lnTo>
                  <a:lnTo>
                    <a:pt x="1329029" y="648296"/>
                  </a:lnTo>
                  <a:lnTo>
                    <a:pt x="1319314" y="638616"/>
                  </a:lnTo>
                  <a:lnTo>
                    <a:pt x="1304721" y="609600"/>
                  </a:lnTo>
                  <a:lnTo>
                    <a:pt x="1304721" y="595060"/>
                  </a:lnTo>
                  <a:lnTo>
                    <a:pt x="1309585" y="580571"/>
                  </a:lnTo>
                  <a:lnTo>
                    <a:pt x="1314450" y="570903"/>
                  </a:lnTo>
                  <a:lnTo>
                    <a:pt x="1324178" y="566044"/>
                  </a:lnTo>
                  <a:lnTo>
                    <a:pt x="1372895" y="566044"/>
                  </a:lnTo>
                  <a:lnTo>
                    <a:pt x="1387475" y="570903"/>
                  </a:lnTo>
                  <a:lnTo>
                    <a:pt x="1406918" y="580571"/>
                  </a:lnTo>
                  <a:lnTo>
                    <a:pt x="1431277" y="595060"/>
                  </a:lnTo>
                  <a:lnTo>
                    <a:pt x="1455635" y="609600"/>
                  </a:lnTo>
                  <a:lnTo>
                    <a:pt x="1484858" y="619267"/>
                  </a:lnTo>
                  <a:lnTo>
                    <a:pt x="1509166" y="624139"/>
                  </a:lnTo>
                  <a:lnTo>
                    <a:pt x="1528660" y="624139"/>
                  </a:lnTo>
                  <a:lnTo>
                    <a:pt x="1543253" y="628948"/>
                  </a:lnTo>
                  <a:lnTo>
                    <a:pt x="1552968" y="638616"/>
                  </a:lnTo>
                  <a:lnTo>
                    <a:pt x="1552968" y="648296"/>
                  </a:lnTo>
                  <a:lnTo>
                    <a:pt x="1465364" y="682171"/>
                  </a:lnTo>
                  <a:lnTo>
                    <a:pt x="1363116" y="706340"/>
                  </a:lnTo>
                  <a:lnTo>
                    <a:pt x="1192758" y="735407"/>
                  </a:lnTo>
                  <a:lnTo>
                    <a:pt x="983411" y="759564"/>
                  </a:lnTo>
                  <a:lnTo>
                    <a:pt x="744829" y="774103"/>
                  </a:lnTo>
                  <a:lnTo>
                    <a:pt x="481952" y="774103"/>
                  </a:lnTo>
                  <a:lnTo>
                    <a:pt x="282371" y="764423"/>
                  </a:lnTo>
                  <a:lnTo>
                    <a:pt x="131470" y="749896"/>
                  </a:lnTo>
                  <a:lnTo>
                    <a:pt x="38938" y="735407"/>
                  </a:lnTo>
                  <a:lnTo>
                    <a:pt x="0" y="706340"/>
                  </a:lnTo>
                  <a:lnTo>
                    <a:pt x="4864" y="696660"/>
                  </a:lnTo>
                  <a:lnTo>
                    <a:pt x="14579" y="686992"/>
                  </a:lnTo>
                  <a:lnTo>
                    <a:pt x="29222" y="682171"/>
                  </a:lnTo>
                  <a:lnTo>
                    <a:pt x="48666" y="677312"/>
                  </a:lnTo>
                  <a:lnTo>
                    <a:pt x="82753" y="667644"/>
                  </a:lnTo>
                  <a:lnTo>
                    <a:pt x="131470" y="653155"/>
                  </a:lnTo>
                  <a:lnTo>
                    <a:pt x="209346" y="638616"/>
                  </a:lnTo>
                  <a:lnTo>
                    <a:pt x="316458" y="614408"/>
                  </a:lnTo>
                  <a:lnTo>
                    <a:pt x="433285" y="590251"/>
                  </a:lnTo>
                  <a:lnTo>
                    <a:pt x="545261" y="570903"/>
                  </a:lnTo>
                  <a:lnTo>
                    <a:pt x="642645" y="541887"/>
                  </a:lnTo>
                  <a:lnTo>
                    <a:pt x="710755" y="527348"/>
                  </a:lnTo>
                  <a:lnTo>
                    <a:pt x="749693" y="517667"/>
                  </a:lnTo>
                  <a:lnTo>
                    <a:pt x="783780" y="508000"/>
                  </a:lnTo>
                  <a:lnTo>
                    <a:pt x="900658" y="508000"/>
                  </a:lnTo>
                  <a:lnTo>
                    <a:pt x="929830" y="512808"/>
                  </a:lnTo>
                  <a:lnTo>
                    <a:pt x="959053" y="517667"/>
                  </a:lnTo>
                  <a:lnTo>
                    <a:pt x="983411" y="527348"/>
                  </a:lnTo>
                  <a:lnTo>
                    <a:pt x="1012621" y="537016"/>
                  </a:lnTo>
                  <a:lnTo>
                    <a:pt x="1041793" y="541887"/>
                  </a:lnTo>
                  <a:lnTo>
                    <a:pt x="1071016" y="546696"/>
                  </a:lnTo>
                  <a:lnTo>
                    <a:pt x="1226845" y="546696"/>
                  </a:lnTo>
                  <a:lnTo>
                    <a:pt x="1256004" y="551555"/>
                  </a:lnTo>
                  <a:lnTo>
                    <a:pt x="1217066" y="575712"/>
                  </a:lnTo>
                  <a:lnTo>
                    <a:pt x="1119733" y="595060"/>
                  </a:lnTo>
                  <a:lnTo>
                    <a:pt x="1007770" y="609600"/>
                  </a:lnTo>
                  <a:lnTo>
                    <a:pt x="895743" y="619267"/>
                  </a:lnTo>
                  <a:lnTo>
                    <a:pt x="817854" y="624139"/>
                  </a:lnTo>
                  <a:lnTo>
                    <a:pt x="701027" y="624139"/>
                  </a:lnTo>
                  <a:lnTo>
                    <a:pt x="681583" y="614408"/>
                  </a:lnTo>
                  <a:lnTo>
                    <a:pt x="666953" y="609600"/>
                  </a:lnTo>
                  <a:lnTo>
                    <a:pt x="652360" y="599919"/>
                  </a:lnTo>
                  <a:lnTo>
                    <a:pt x="628002" y="590251"/>
                  </a:lnTo>
                  <a:lnTo>
                    <a:pt x="598779" y="575712"/>
                  </a:lnTo>
                  <a:lnTo>
                    <a:pt x="559841" y="561223"/>
                  </a:lnTo>
                  <a:lnTo>
                    <a:pt x="520903" y="546696"/>
                  </a:lnTo>
                  <a:lnTo>
                    <a:pt x="462508" y="517667"/>
                  </a:lnTo>
                  <a:lnTo>
                    <a:pt x="447878" y="483792"/>
                  </a:lnTo>
                  <a:lnTo>
                    <a:pt x="447878" y="459623"/>
                  </a:lnTo>
                  <a:lnTo>
                    <a:pt x="452729" y="411208"/>
                  </a:lnTo>
                  <a:lnTo>
                    <a:pt x="477088" y="333816"/>
                  </a:lnTo>
                  <a:lnTo>
                    <a:pt x="511175" y="237087"/>
                  </a:lnTo>
                  <a:lnTo>
                    <a:pt x="545261" y="154823"/>
                  </a:lnTo>
                  <a:lnTo>
                    <a:pt x="579335" y="96740"/>
                  </a:lnTo>
                  <a:lnTo>
                    <a:pt x="593928" y="67712"/>
                  </a:lnTo>
                  <a:lnTo>
                    <a:pt x="603643" y="58044"/>
                  </a:lnTo>
                  <a:lnTo>
                    <a:pt x="613422" y="48364"/>
                  </a:lnTo>
                  <a:lnTo>
                    <a:pt x="618286" y="48364"/>
                  </a:lnTo>
                  <a:lnTo>
                    <a:pt x="628002" y="58044"/>
                  </a:lnTo>
                  <a:lnTo>
                    <a:pt x="642645" y="77392"/>
                  </a:lnTo>
                  <a:lnTo>
                    <a:pt x="657225" y="106408"/>
                  </a:lnTo>
                  <a:lnTo>
                    <a:pt x="676668" y="140296"/>
                  </a:lnTo>
                  <a:lnTo>
                    <a:pt x="696163" y="193519"/>
                  </a:lnTo>
                  <a:lnTo>
                    <a:pt x="705891" y="246755"/>
                  </a:lnTo>
                  <a:lnTo>
                    <a:pt x="720521" y="304800"/>
                  </a:lnTo>
                  <a:lnTo>
                    <a:pt x="730250" y="362844"/>
                  </a:lnTo>
                  <a:lnTo>
                    <a:pt x="735114" y="401540"/>
                  </a:lnTo>
                  <a:lnTo>
                    <a:pt x="739978" y="435416"/>
                  </a:lnTo>
                  <a:lnTo>
                    <a:pt x="739978" y="561223"/>
                  </a:lnTo>
                  <a:lnTo>
                    <a:pt x="691311" y="566044"/>
                  </a:lnTo>
                  <a:lnTo>
                    <a:pt x="647496" y="508000"/>
                  </a:lnTo>
                  <a:lnTo>
                    <a:pt x="623138" y="445096"/>
                  </a:lnTo>
                  <a:lnTo>
                    <a:pt x="623138" y="367703"/>
                  </a:lnTo>
                  <a:lnTo>
                    <a:pt x="628002" y="358023"/>
                  </a:lnTo>
                  <a:lnTo>
                    <a:pt x="637730" y="362844"/>
                  </a:lnTo>
                  <a:lnTo>
                    <a:pt x="681583" y="430607"/>
                  </a:lnTo>
                  <a:lnTo>
                    <a:pt x="715670" y="512808"/>
                  </a:lnTo>
                  <a:lnTo>
                    <a:pt x="749693" y="599919"/>
                  </a:lnTo>
                  <a:lnTo>
                    <a:pt x="778916" y="682171"/>
                  </a:lnTo>
                  <a:lnTo>
                    <a:pt x="808139" y="754755"/>
                  </a:lnTo>
                  <a:lnTo>
                    <a:pt x="827633" y="788592"/>
                  </a:lnTo>
                  <a:lnTo>
                    <a:pt x="842213" y="812800"/>
                  </a:lnTo>
                  <a:lnTo>
                    <a:pt x="851941" y="832148"/>
                  </a:lnTo>
                  <a:lnTo>
                    <a:pt x="920102" y="870844"/>
                  </a:lnTo>
                  <a:lnTo>
                    <a:pt x="997991" y="895051"/>
                  </a:lnTo>
                  <a:lnTo>
                    <a:pt x="1119733" y="919208"/>
                  </a:lnTo>
                  <a:lnTo>
                    <a:pt x="1251153" y="943416"/>
                  </a:lnTo>
                  <a:lnTo>
                    <a:pt x="1367980" y="957955"/>
                  </a:lnTo>
                  <a:lnTo>
                    <a:pt x="1460500" y="967623"/>
                  </a:lnTo>
                  <a:lnTo>
                    <a:pt x="1514030" y="972444"/>
                  </a:lnTo>
                  <a:lnTo>
                    <a:pt x="1640636" y="972444"/>
                  </a:lnTo>
                  <a:lnTo>
                    <a:pt x="1630908" y="919208"/>
                  </a:lnTo>
                  <a:lnTo>
                    <a:pt x="1577327" y="870844"/>
                  </a:lnTo>
                  <a:lnTo>
                    <a:pt x="1494586" y="812800"/>
                  </a:lnTo>
                  <a:lnTo>
                    <a:pt x="1416697" y="764423"/>
                  </a:lnTo>
                  <a:lnTo>
                    <a:pt x="1358252" y="730548"/>
                  </a:lnTo>
                  <a:lnTo>
                    <a:pt x="1314450" y="711200"/>
                  </a:lnTo>
                  <a:lnTo>
                    <a:pt x="1333893" y="788592"/>
                  </a:lnTo>
                  <a:lnTo>
                    <a:pt x="1402054" y="851496"/>
                  </a:lnTo>
                  <a:lnTo>
                    <a:pt x="1494586" y="914400"/>
                  </a:lnTo>
                  <a:lnTo>
                    <a:pt x="1587055" y="962764"/>
                  </a:lnTo>
                  <a:lnTo>
                    <a:pt x="1664995" y="991792"/>
                  </a:lnTo>
                  <a:lnTo>
                    <a:pt x="1752600" y="986971"/>
                  </a:lnTo>
                  <a:lnTo>
                    <a:pt x="1835353" y="953096"/>
                  </a:lnTo>
                  <a:lnTo>
                    <a:pt x="1937588" y="841816"/>
                  </a:lnTo>
                  <a:lnTo>
                    <a:pt x="2034971" y="701519"/>
                  </a:lnTo>
                  <a:lnTo>
                    <a:pt x="2103145" y="551555"/>
                  </a:lnTo>
                  <a:lnTo>
                    <a:pt x="2122766" y="494787"/>
                  </a:lnTo>
                </a:path>
                <a:path w="2122804" h="991870">
                  <a:moveTo>
                    <a:pt x="2122766" y="129491"/>
                  </a:moveTo>
                  <a:lnTo>
                    <a:pt x="2103145" y="101600"/>
                  </a:lnTo>
                  <a:lnTo>
                    <a:pt x="2064143" y="62903"/>
                  </a:lnTo>
                  <a:lnTo>
                    <a:pt x="2034971" y="33887"/>
                  </a:lnTo>
                  <a:lnTo>
                    <a:pt x="2015477" y="19348"/>
                  </a:lnTo>
                  <a:lnTo>
                    <a:pt x="1996033" y="9667"/>
                  </a:lnTo>
                  <a:lnTo>
                    <a:pt x="1981403" y="0"/>
                  </a:lnTo>
                  <a:lnTo>
                    <a:pt x="1971675" y="0"/>
                  </a:lnTo>
                  <a:lnTo>
                    <a:pt x="1966810" y="4808"/>
                  </a:lnTo>
                  <a:lnTo>
                    <a:pt x="1981403" y="38696"/>
                  </a:lnTo>
                  <a:lnTo>
                    <a:pt x="2015477" y="130615"/>
                  </a:lnTo>
                  <a:lnTo>
                    <a:pt x="2083638" y="285451"/>
                  </a:lnTo>
                  <a:lnTo>
                    <a:pt x="2122766" y="365229"/>
                  </a:lnTo>
                </a:path>
              </a:pathLst>
            </a:custGeom>
            <a:ln w="22264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2026-07-10T16:21:01Z</dcterms:created>
  <dcterms:modified xsi:type="dcterms:W3CDTF">2026-07-10T16:21:01Z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2026-07-10T00:00:00Z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2026-07-10T00:00:00Z</vt:filetime>
  </property>
  <property fmtid="{D5CDD505-2E9C-101B-9397-08002B2CF9AE}" pid="6" name="Producer">
    <vt:lpwstr>4-Heights™ PDF Library 3.4.0.6904 (http://www.pdf-tools.com)</vt:lpwstr>
  </property>
</Properties>
</file>